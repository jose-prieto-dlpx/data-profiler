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6" r:id="rId2"/>
    <p:sldId id="258" r:id="rId3"/>
    <p:sldId id="25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150" d="100"/>
          <a:sy n="150" d="100"/>
        </p:scale>
        <p:origin x="62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E350C6-0EAB-4116-A433-B60BAD5C1220}" type="datetimeFigureOut">
              <a:rPr lang="en-GB" smtClean="0"/>
              <a:t>17/06/2026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48F255-9F0F-4F34-AD9D-C45CC35646C1}" type="slidenum">
              <a:rPr lang="en-GB" smtClean="0"/>
              <a:t>‹#›</a:t>
            </a:fld>
            <a:endParaRPr lang="en-GB"/>
          </a:p>
        </p:txBody>
      </p:sp>
    </p:spTree>
    <p:extLst>
      <p:ext uri="{BB962C8B-B14F-4D97-AF65-F5344CB8AC3E}">
        <p14:creationId xmlns:p14="http://schemas.microsoft.com/office/powerpoint/2010/main" val="3853817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Dark Theme">
    <p:bg>
      <p:bgPr>
        <a:gradFill>
          <a:gsLst>
            <a:gs pos="84000">
              <a:srgbClr val="3600C8"/>
            </a:gs>
            <a:gs pos="54000">
              <a:srgbClr val="1F008B"/>
            </a:gs>
            <a:gs pos="0">
              <a:srgbClr val="00003A">
                <a:lumMod val="100000"/>
              </a:srgbClr>
            </a:gs>
            <a:gs pos="100000">
              <a:srgbClr val="4C00FF">
                <a:lumMod val="99992"/>
                <a:lumOff val="8"/>
              </a:srgbClr>
            </a:gs>
          </a:gsLst>
          <a:lin ang="0" scaled="0"/>
        </a:gradFill>
        <a:effectLst/>
      </p:bgPr>
    </p:bg>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6F8E148F-B962-C2E9-DEA3-22761E5575DD}"/>
              </a:ext>
            </a:extLst>
          </p:cNvPr>
          <p:cNvSpPr>
            <a:spLocks noGrp="1"/>
          </p:cNvSpPr>
          <p:nvPr>
            <p:ph type="body" sz="quarter" idx="12" hasCustomPrompt="1"/>
          </p:nvPr>
        </p:nvSpPr>
        <p:spPr>
          <a:xfrm>
            <a:off x="7813260" y="5492379"/>
            <a:ext cx="3959640" cy="357188"/>
          </a:xfrm>
        </p:spPr>
        <p:txBody>
          <a:bodyPr>
            <a:normAutofit/>
          </a:bodyPr>
          <a:lstStyle>
            <a:lvl1pPr marL="0" indent="0" algn="r">
              <a:buNone/>
              <a:defRPr sz="1600">
                <a:solidFill>
                  <a:schemeClr val="accent4"/>
                </a:solidFill>
              </a:defRPr>
            </a:lvl1pPr>
            <a:lvl2pPr marL="457200" indent="0">
              <a:buNone/>
              <a:defRPr>
                <a:solidFill>
                  <a:schemeClr val="tx2"/>
                </a:solidFill>
              </a:defRPr>
            </a:lvl2pPr>
            <a:lvl3pPr marL="914400" indent="0">
              <a:buNone/>
              <a:defRPr>
                <a:solidFill>
                  <a:schemeClr val="tx2"/>
                </a:solidFill>
              </a:defRPr>
            </a:lvl3pPr>
            <a:lvl4pPr marL="1371600" indent="0">
              <a:buNone/>
              <a:defRPr>
                <a:solidFill>
                  <a:schemeClr val="tx2"/>
                </a:solidFill>
              </a:defRPr>
            </a:lvl4pPr>
            <a:lvl5pPr marL="1828800" indent="0">
              <a:buNone/>
              <a:defRPr>
                <a:solidFill>
                  <a:schemeClr val="tx2"/>
                </a:solidFill>
              </a:defRPr>
            </a:lvl5pPr>
          </a:lstStyle>
          <a:p>
            <a:pPr lvl="0"/>
            <a:r>
              <a:rPr lang="en-US" dirty="0"/>
              <a:t>Presenter Name  |  Month 20XX</a:t>
            </a:r>
          </a:p>
        </p:txBody>
      </p:sp>
      <p:pic>
        <p:nvPicPr>
          <p:cNvPr id="8" name="Picture 7">
            <a:extLst>
              <a:ext uri="{FF2B5EF4-FFF2-40B4-BE49-F238E27FC236}">
                <a16:creationId xmlns:a16="http://schemas.microsoft.com/office/drawing/2014/main" id="{0FBA8946-EF66-A31F-1B9B-3AFFD6DF026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858000" y="0"/>
            <a:ext cx="5334000" cy="5419010"/>
          </a:xfrm>
          <a:prstGeom prst="rect">
            <a:avLst/>
          </a:prstGeom>
        </p:spPr>
      </p:pic>
      <p:pic>
        <p:nvPicPr>
          <p:cNvPr id="6" name="Picture 5">
            <a:extLst>
              <a:ext uri="{FF2B5EF4-FFF2-40B4-BE49-F238E27FC236}">
                <a16:creationId xmlns:a16="http://schemas.microsoft.com/office/drawing/2014/main" id="{F5A4EA07-5D8E-C5B8-1A49-EFCC12B584A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94576" y="6323031"/>
            <a:ext cx="1378324" cy="310608"/>
          </a:xfrm>
          <a:prstGeom prst="rect">
            <a:avLst/>
          </a:prstGeom>
        </p:spPr>
      </p:pic>
      <p:sp>
        <p:nvSpPr>
          <p:cNvPr id="9" name="Title 1">
            <a:extLst>
              <a:ext uri="{FF2B5EF4-FFF2-40B4-BE49-F238E27FC236}">
                <a16:creationId xmlns:a16="http://schemas.microsoft.com/office/drawing/2014/main" id="{892B8E82-212F-0C6B-3B79-99965EBF14B6}"/>
              </a:ext>
            </a:extLst>
          </p:cNvPr>
          <p:cNvSpPr>
            <a:spLocks noGrp="1"/>
          </p:cNvSpPr>
          <p:nvPr>
            <p:ph type="ctrTitle" hasCustomPrompt="1"/>
          </p:nvPr>
        </p:nvSpPr>
        <p:spPr>
          <a:xfrm>
            <a:off x="434480" y="2939581"/>
            <a:ext cx="6115407" cy="2966664"/>
          </a:xfrm>
        </p:spPr>
        <p:txBody>
          <a:bodyPr anchor="t"/>
          <a:lstStyle>
            <a:lvl1pPr algn="l">
              <a:defRPr sz="6000" b="0" i="0">
                <a:solidFill>
                  <a:schemeClr val="bg1"/>
                </a:solidFill>
                <a:latin typeface="Aptos" panose="020B0004020202020204" pitchFamily="34" charset="0"/>
                <a:ea typeface="Aptos" panose="020B0004020202020204" pitchFamily="34" charset="0"/>
              </a:defRPr>
            </a:lvl1pPr>
          </a:lstStyle>
          <a:p>
            <a:r>
              <a:rPr lang="en-US" dirty="0"/>
              <a:t>Presentation Title Slide Perforce 2026 Template</a:t>
            </a:r>
          </a:p>
        </p:txBody>
      </p:sp>
      <p:sp>
        <p:nvSpPr>
          <p:cNvPr id="4" name="Subtitle 2">
            <a:extLst>
              <a:ext uri="{FF2B5EF4-FFF2-40B4-BE49-F238E27FC236}">
                <a16:creationId xmlns:a16="http://schemas.microsoft.com/office/drawing/2014/main" id="{4E584C2E-D751-2DBF-52D4-789A38667BAE}"/>
              </a:ext>
            </a:extLst>
          </p:cNvPr>
          <p:cNvSpPr txBox="1">
            <a:spLocks/>
          </p:cNvSpPr>
          <p:nvPr userDrawn="1"/>
        </p:nvSpPr>
        <p:spPr>
          <a:xfrm>
            <a:off x="96068" y="6529200"/>
            <a:ext cx="2554356" cy="20887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ibson Book" pitchFamily="2" charset="77"/>
                <a:ea typeface="Gibson Book" pitchFamily="2" charset="77"/>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Gibson Book" pitchFamily="2" charset="77"/>
                <a:ea typeface="Gibson Book" pitchFamily="2" charset="77"/>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Gibson Book" pitchFamily="2" charset="77"/>
                <a:ea typeface="Gibson Book" pitchFamily="2" charset="77"/>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800" b="0" i="0" spc="0" dirty="0">
                <a:solidFill>
                  <a:schemeClr val="bg1">
                    <a:alpha val="50323"/>
                  </a:schemeClr>
                </a:solidFill>
                <a:latin typeface="Aptos" panose="020B0004020202020204" pitchFamily="34" charset="0"/>
              </a:rPr>
              <a:t>© Perforce Software, Inc. All rights reserved.</a:t>
            </a:r>
          </a:p>
        </p:txBody>
      </p:sp>
      <p:sp>
        <p:nvSpPr>
          <p:cNvPr id="10" name="Online Image Placeholder 6">
            <a:extLst>
              <a:ext uri="{FF2B5EF4-FFF2-40B4-BE49-F238E27FC236}">
                <a16:creationId xmlns:a16="http://schemas.microsoft.com/office/drawing/2014/main" id="{5E7B9169-8F0C-D5DC-BD6E-44F4E41637C6}"/>
              </a:ext>
            </a:extLst>
          </p:cNvPr>
          <p:cNvSpPr>
            <a:spLocks noGrp="1"/>
          </p:cNvSpPr>
          <p:nvPr>
            <p:ph type="clipArt" sz="quarter" idx="14" hasCustomPrompt="1"/>
          </p:nvPr>
        </p:nvSpPr>
        <p:spPr>
          <a:xfrm>
            <a:off x="434480" y="1849441"/>
            <a:ext cx="2701482" cy="655637"/>
          </a:xfrm>
        </p:spPr>
        <p:txBody>
          <a:bodyPr anchor="ctr">
            <a:normAutofit/>
          </a:bodyPr>
          <a:lstStyle>
            <a:lvl1pPr algn="ctr">
              <a:buNone/>
              <a:defRPr sz="1600">
                <a:solidFill>
                  <a:schemeClr val="bg1"/>
                </a:solidFill>
              </a:defRPr>
            </a:lvl1pPr>
          </a:lstStyle>
          <a:p>
            <a:r>
              <a:rPr lang="en-US" dirty="0"/>
              <a:t>Click Icon to Insert Logo</a:t>
            </a:r>
          </a:p>
        </p:txBody>
      </p:sp>
    </p:spTree>
    <p:extLst>
      <p:ext uri="{BB962C8B-B14F-4D97-AF65-F5344CB8AC3E}">
        <p14:creationId xmlns:p14="http://schemas.microsoft.com/office/powerpoint/2010/main" val="23388474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64">
          <p15:clr>
            <a:srgbClr val="FBAE40"/>
          </p15:clr>
        </p15:guide>
        <p15:guide id="4" pos="7416">
          <p15:clr>
            <a:srgbClr val="FBAE40"/>
          </p15:clr>
        </p15:guide>
        <p15:guide id="5" orient="horz" pos="264">
          <p15:clr>
            <a:srgbClr val="FBAE40"/>
          </p15:clr>
        </p15:guide>
        <p15:guide id="6" orient="horz" pos="403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 Light Theme">
    <p:bg>
      <p:bgPr>
        <a:solidFill>
          <a:schemeClr val="bg1"/>
        </a:solidFill>
        <a:effectLst/>
      </p:bgPr>
    </p:bg>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6F8E148F-B962-C2E9-DEA3-22761E5575DD}"/>
              </a:ext>
            </a:extLst>
          </p:cNvPr>
          <p:cNvSpPr>
            <a:spLocks noGrp="1"/>
          </p:cNvSpPr>
          <p:nvPr>
            <p:ph type="body" sz="quarter" idx="12" hasCustomPrompt="1"/>
          </p:nvPr>
        </p:nvSpPr>
        <p:spPr>
          <a:xfrm>
            <a:off x="7813260" y="5492379"/>
            <a:ext cx="3959640" cy="357188"/>
          </a:xfrm>
        </p:spPr>
        <p:txBody>
          <a:bodyPr>
            <a:normAutofit/>
          </a:bodyPr>
          <a:lstStyle>
            <a:lvl1pPr marL="0" indent="0" algn="r">
              <a:buNone/>
              <a:defRPr sz="1600">
                <a:solidFill>
                  <a:srgbClr val="4C00FF"/>
                </a:solidFill>
              </a:defRPr>
            </a:lvl1pPr>
            <a:lvl2pPr marL="457200" indent="0">
              <a:buNone/>
              <a:defRPr>
                <a:solidFill>
                  <a:schemeClr val="tx2"/>
                </a:solidFill>
              </a:defRPr>
            </a:lvl2pPr>
            <a:lvl3pPr marL="914400" indent="0">
              <a:buNone/>
              <a:defRPr>
                <a:solidFill>
                  <a:schemeClr val="tx2"/>
                </a:solidFill>
              </a:defRPr>
            </a:lvl3pPr>
            <a:lvl4pPr marL="1371600" indent="0">
              <a:buNone/>
              <a:defRPr>
                <a:solidFill>
                  <a:schemeClr val="tx2"/>
                </a:solidFill>
              </a:defRPr>
            </a:lvl4pPr>
            <a:lvl5pPr marL="1828800" indent="0">
              <a:buNone/>
              <a:defRPr>
                <a:solidFill>
                  <a:schemeClr val="tx2"/>
                </a:solidFill>
              </a:defRPr>
            </a:lvl5pPr>
          </a:lstStyle>
          <a:p>
            <a:pPr lvl="0"/>
            <a:r>
              <a:rPr lang="en-US" dirty="0"/>
              <a:t>Presenter Name  |  Month 20XX</a:t>
            </a:r>
          </a:p>
        </p:txBody>
      </p:sp>
      <p:pic>
        <p:nvPicPr>
          <p:cNvPr id="6" name="Picture 5">
            <a:extLst>
              <a:ext uri="{FF2B5EF4-FFF2-40B4-BE49-F238E27FC236}">
                <a16:creationId xmlns:a16="http://schemas.microsoft.com/office/drawing/2014/main" id="{F5A4EA07-5D8E-C5B8-1A49-EFCC12B584A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94576" y="6323031"/>
            <a:ext cx="1378324" cy="310608"/>
          </a:xfrm>
          <a:prstGeom prst="rect">
            <a:avLst/>
          </a:prstGeom>
        </p:spPr>
      </p:pic>
      <p:sp>
        <p:nvSpPr>
          <p:cNvPr id="9" name="Title 1">
            <a:extLst>
              <a:ext uri="{FF2B5EF4-FFF2-40B4-BE49-F238E27FC236}">
                <a16:creationId xmlns:a16="http://schemas.microsoft.com/office/drawing/2014/main" id="{892B8E82-212F-0C6B-3B79-99965EBF14B6}"/>
              </a:ext>
            </a:extLst>
          </p:cNvPr>
          <p:cNvSpPr>
            <a:spLocks noGrp="1"/>
          </p:cNvSpPr>
          <p:nvPr>
            <p:ph type="ctrTitle" hasCustomPrompt="1"/>
          </p:nvPr>
        </p:nvSpPr>
        <p:spPr>
          <a:xfrm>
            <a:off x="434480" y="2939581"/>
            <a:ext cx="6115407" cy="2966664"/>
          </a:xfrm>
        </p:spPr>
        <p:txBody>
          <a:bodyPr anchor="t"/>
          <a:lstStyle>
            <a:lvl1pPr algn="l">
              <a:defRPr sz="6000" b="0" i="0">
                <a:solidFill>
                  <a:srgbClr val="4C00FF"/>
                </a:solidFill>
                <a:latin typeface="Aptos" panose="020B0004020202020204" pitchFamily="34" charset="0"/>
                <a:ea typeface="Aptos" panose="020B0004020202020204" pitchFamily="34" charset="0"/>
              </a:defRPr>
            </a:lvl1pPr>
          </a:lstStyle>
          <a:p>
            <a:r>
              <a:rPr lang="en-US" dirty="0"/>
              <a:t>Presentation Title Slide Perforce 2026 Template</a:t>
            </a:r>
          </a:p>
        </p:txBody>
      </p:sp>
      <p:sp>
        <p:nvSpPr>
          <p:cNvPr id="4" name="Subtitle 2">
            <a:extLst>
              <a:ext uri="{FF2B5EF4-FFF2-40B4-BE49-F238E27FC236}">
                <a16:creationId xmlns:a16="http://schemas.microsoft.com/office/drawing/2014/main" id="{4E584C2E-D751-2DBF-52D4-789A38667BAE}"/>
              </a:ext>
            </a:extLst>
          </p:cNvPr>
          <p:cNvSpPr txBox="1">
            <a:spLocks/>
          </p:cNvSpPr>
          <p:nvPr userDrawn="1"/>
        </p:nvSpPr>
        <p:spPr>
          <a:xfrm>
            <a:off x="96068" y="6529200"/>
            <a:ext cx="2554356" cy="20887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ibson Book" pitchFamily="2" charset="77"/>
                <a:ea typeface="Gibson Book" pitchFamily="2" charset="77"/>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Gibson Book" pitchFamily="2" charset="77"/>
                <a:ea typeface="Gibson Book" pitchFamily="2" charset="77"/>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Gibson Book" pitchFamily="2" charset="77"/>
                <a:ea typeface="Gibson Book" pitchFamily="2" charset="77"/>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800" b="0" i="0" spc="0" dirty="0">
                <a:solidFill>
                  <a:schemeClr val="bg1">
                    <a:alpha val="50323"/>
                  </a:schemeClr>
                </a:solidFill>
                <a:latin typeface="Aptos" panose="020B0004020202020204" pitchFamily="34" charset="0"/>
              </a:rPr>
              <a:t>© Perforce Software, Inc. All rights reserved.</a:t>
            </a:r>
          </a:p>
        </p:txBody>
      </p:sp>
      <p:sp>
        <p:nvSpPr>
          <p:cNvPr id="10" name="Online Image Placeholder 6">
            <a:extLst>
              <a:ext uri="{FF2B5EF4-FFF2-40B4-BE49-F238E27FC236}">
                <a16:creationId xmlns:a16="http://schemas.microsoft.com/office/drawing/2014/main" id="{5E7B9169-8F0C-D5DC-BD6E-44F4E41637C6}"/>
              </a:ext>
            </a:extLst>
          </p:cNvPr>
          <p:cNvSpPr>
            <a:spLocks noGrp="1"/>
          </p:cNvSpPr>
          <p:nvPr>
            <p:ph type="clipArt" sz="quarter" idx="14" hasCustomPrompt="1"/>
          </p:nvPr>
        </p:nvSpPr>
        <p:spPr>
          <a:xfrm>
            <a:off x="434480" y="1849441"/>
            <a:ext cx="2701482" cy="655637"/>
          </a:xfrm>
        </p:spPr>
        <p:txBody>
          <a:bodyPr anchor="ctr">
            <a:normAutofit/>
          </a:bodyPr>
          <a:lstStyle>
            <a:lvl1pPr algn="ctr">
              <a:buNone/>
              <a:defRPr sz="1600">
                <a:solidFill>
                  <a:srgbClr val="00003A"/>
                </a:solidFill>
              </a:defRPr>
            </a:lvl1pPr>
          </a:lstStyle>
          <a:p>
            <a:r>
              <a:rPr lang="en-US" dirty="0"/>
              <a:t>Click Icon to Insert Logo</a:t>
            </a:r>
          </a:p>
        </p:txBody>
      </p:sp>
      <p:pic>
        <p:nvPicPr>
          <p:cNvPr id="2" name="Picture 1">
            <a:extLst>
              <a:ext uri="{FF2B5EF4-FFF2-40B4-BE49-F238E27FC236}">
                <a16:creationId xmlns:a16="http://schemas.microsoft.com/office/drawing/2014/main" id="{3E4D2D13-15DA-813F-B21F-131659F96A4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858000" y="0"/>
            <a:ext cx="5334000" cy="5419010"/>
          </a:xfrm>
          <a:prstGeom prst="rect">
            <a:avLst/>
          </a:prstGeom>
        </p:spPr>
      </p:pic>
    </p:spTree>
    <p:extLst>
      <p:ext uri="{BB962C8B-B14F-4D97-AF65-F5344CB8AC3E}">
        <p14:creationId xmlns:p14="http://schemas.microsoft.com/office/powerpoint/2010/main" val="25799477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64">
          <p15:clr>
            <a:srgbClr val="FBAE40"/>
          </p15:clr>
        </p15:guide>
        <p15:guide id="4" pos="7416">
          <p15:clr>
            <a:srgbClr val="FBAE40"/>
          </p15:clr>
        </p15:guide>
        <p15:guide id="5" orient="horz" pos="264">
          <p15:clr>
            <a:srgbClr val="FBAE40"/>
          </p15:clr>
        </p15:guide>
        <p15:guide id="6" orient="horz" pos="403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E4C4CFF-0ED1-9186-E5F3-705EC52EB2A9}"/>
              </a:ext>
            </a:extLst>
          </p:cNvPr>
          <p:cNvSpPr>
            <a:spLocks noGrp="1"/>
          </p:cNvSpPr>
          <p:nvPr>
            <p:ph type="ctrTitle"/>
          </p:nvPr>
        </p:nvSpPr>
        <p:spPr>
          <a:xfrm>
            <a:off x="434480" y="1155311"/>
            <a:ext cx="4819778" cy="1548132"/>
          </a:xfrm>
        </p:spPr>
        <p:txBody>
          <a:bodyPr anchor="t">
            <a:noAutofit/>
          </a:bodyPr>
          <a:lstStyle>
            <a:lvl1pPr algn="l">
              <a:defRPr sz="4000">
                <a:solidFill>
                  <a:schemeClr val="tx1"/>
                </a:solidFill>
              </a:defRPr>
            </a:lvl1pPr>
          </a:lstStyle>
          <a:p>
            <a:r>
              <a:rPr lang="en-US"/>
              <a:t>Click to edit Master title style</a:t>
            </a:r>
            <a:endParaRPr lang="en-US" dirty="0"/>
          </a:p>
        </p:txBody>
      </p:sp>
      <p:pic>
        <p:nvPicPr>
          <p:cNvPr id="3" name="Picture 2">
            <a:extLst>
              <a:ext uri="{FF2B5EF4-FFF2-40B4-BE49-F238E27FC236}">
                <a16:creationId xmlns:a16="http://schemas.microsoft.com/office/drawing/2014/main" id="{EB85175A-05E5-F816-10A2-9C159968646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flipH="1">
            <a:off x="0" y="2557943"/>
            <a:ext cx="4819778" cy="4300058"/>
          </a:xfrm>
          <a:prstGeom prst="rect">
            <a:avLst/>
          </a:prstGeom>
        </p:spPr>
      </p:pic>
      <p:pic>
        <p:nvPicPr>
          <p:cNvPr id="6" name="Picture 5">
            <a:extLst>
              <a:ext uri="{FF2B5EF4-FFF2-40B4-BE49-F238E27FC236}">
                <a16:creationId xmlns:a16="http://schemas.microsoft.com/office/drawing/2014/main" id="{5EA81395-A455-7B40-9005-B7E755F5402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94572" y="6323031"/>
            <a:ext cx="1378328" cy="310609"/>
          </a:xfrm>
          <a:prstGeom prst="rect">
            <a:avLst/>
          </a:prstGeom>
        </p:spPr>
      </p:pic>
      <p:sp>
        <p:nvSpPr>
          <p:cNvPr id="7" name="Subtitle 2">
            <a:extLst>
              <a:ext uri="{FF2B5EF4-FFF2-40B4-BE49-F238E27FC236}">
                <a16:creationId xmlns:a16="http://schemas.microsoft.com/office/drawing/2014/main" id="{98C0D717-3841-CFF6-C1A9-C970E3072ED9}"/>
              </a:ext>
            </a:extLst>
          </p:cNvPr>
          <p:cNvSpPr txBox="1">
            <a:spLocks/>
          </p:cNvSpPr>
          <p:nvPr userDrawn="1"/>
        </p:nvSpPr>
        <p:spPr>
          <a:xfrm>
            <a:off x="96068" y="6529200"/>
            <a:ext cx="2554356" cy="20887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ibson Book" pitchFamily="2" charset="77"/>
                <a:ea typeface="Gibson Book" pitchFamily="2" charset="77"/>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Gibson Book" pitchFamily="2" charset="77"/>
                <a:ea typeface="Gibson Book" pitchFamily="2" charset="77"/>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Gibson Book" pitchFamily="2" charset="77"/>
                <a:ea typeface="Gibson Book" pitchFamily="2" charset="77"/>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800" b="0" i="0" spc="0" dirty="0">
                <a:solidFill>
                  <a:schemeClr val="bg1">
                    <a:alpha val="50323"/>
                  </a:schemeClr>
                </a:solidFill>
                <a:latin typeface="Aptos" panose="020B0004020202020204" pitchFamily="34" charset="0"/>
              </a:rPr>
              <a:t>© Perforce Software, Inc. All rights reserved.</a:t>
            </a:r>
          </a:p>
        </p:txBody>
      </p:sp>
      <p:sp>
        <p:nvSpPr>
          <p:cNvPr id="12" name="Text Placeholder 22">
            <a:extLst>
              <a:ext uri="{FF2B5EF4-FFF2-40B4-BE49-F238E27FC236}">
                <a16:creationId xmlns:a16="http://schemas.microsoft.com/office/drawing/2014/main" id="{D820EB14-1E07-32E3-1B6B-1775D13458A5}"/>
              </a:ext>
            </a:extLst>
          </p:cNvPr>
          <p:cNvSpPr>
            <a:spLocks noGrp="1"/>
          </p:cNvSpPr>
          <p:nvPr>
            <p:ph type="body" sz="quarter" idx="16"/>
          </p:nvPr>
        </p:nvSpPr>
        <p:spPr>
          <a:xfrm>
            <a:off x="5934395" y="1155311"/>
            <a:ext cx="5811931" cy="4963191"/>
          </a:xfrm>
        </p:spPr>
        <p:txBody>
          <a:bodyPr/>
          <a:lstStyle>
            <a:lvl1pPr marL="285750" marR="0" indent="-28575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lvl1pPr>
            <a:lvl2pPr marL="742950" indent="-285750">
              <a:buClr>
                <a:schemeClr val="tx2"/>
              </a:buClr>
              <a:buFont typeface="Arial" panose="020B0604020202020204" pitchFamily="34" charset="0"/>
              <a:buChar char="•"/>
              <a:defRPr/>
            </a:lvl2pPr>
            <a:lvl3pPr marL="1200150" indent="-285750">
              <a:buClr>
                <a:schemeClr val="tx2"/>
              </a:buClr>
              <a:buFont typeface="Arial" panose="020B0604020202020204" pitchFamily="34" charset="0"/>
              <a:buChar char="•"/>
              <a:defRPr/>
            </a:lvl3pPr>
            <a:lvl4pPr marL="1657350" indent="-285750">
              <a:buClr>
                <a:schemeClr val="tx2"/>
              </a:buClr>
              <a:buFont typeface="Arial" panose="020B0604020202020204" pitchFamily="34" charset="0"/>
              <a:buChar char="•"/>
              <a:defRPr/>
            </a:lvl4pPr>
            <a:lvl5pPr marL="2000250" indent="-171450">
              <a:buClr>
                <a:schemeClr val="tx2"/>
              </a:buClr>
              <a:buFont typeface="Arial" panose="020B0604020202020204" pitchFamily="34" charset="0"/>
              <a:buChar char="•"/>
              <a:defRPr/>
            </a:lvl5pPr>
          </a:lstStyle>
          <a:p>
            <a:pPr lvl="0"/>
            <a:r>
              <a:rPr lang="en-US"/>
              <a:t>Click to edit Master text styles</a:t>
            </a:r>
          </a:p>
        </p:txBody>
      </p:sp>
    </p:spTree>
    <p:extLst>
      <p:ext uri="{BB962C8B-B14F-4D97-AF65-F5344CB8AC3E}">
        <p14:creationId xmlns:p14="http://schemas.microsoft.com/office/powerpoint/2010/main" val="8707985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64">
          <p15:clr>
            <a:srgbClr val="FBAE40"/>
          </p15:clr>
        </p15:guide>
        <p15:guide id="4" pos="7416">
          <p15:clr>
            <a:srgbClr val="FBAE40"/>
          </p15:clr>
        </p15:guide>
        <p15:guide id="5" orient="horz" pos="264">
          <p15:clr>
            <a:srgbClr val="FBAE40"/>
          </p15:clr>
        </p15:guide>
        <p15:guide id="6" orient="horz" pos="403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fidentiality Statem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EE82C-7B7C-1008-1AEC-DD06F170956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flipH="1">
            <a:off x="-1" y="4746535"/>
            <a:ext cx="3335336" cy="2111465"/>
          </a:xfrm>
          <a:prstGeom prst="rect">
            <a:avLst/>
          </a:prstGeom>
        </p:spPr>
      </p:pic>
      <p:pic>
        <p:nvPicPr>
          <p:cNvPr id="6" name="Picture 5">
            <a:extLst>
              <a:ext uri="{FF2B5EF4-FFF2-40B4-BE49-F238E27FC236}">
                <a16:creationId xmlns:a16="http://schemas.microsoft.com/office/drawing/2014/main" id="{82737822-12C6-F8A5-94F0-28092561FA9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9593453" y="0"/>
            <a:ext cx="2598547" cy="2639961"/>
          </a:xfrm>
          <a:prstGeom prst="rect">
            <a:avLst/>
          </a:prstGeom>
        </p:spPr>
      </p:pic>
      <p:sp>
        <p:nvSpPr>
          <p:cNvPr id="5" name="Title 4">
            <a:extLst>
              <a:ext uri="{FF2B5EF4-FFF2-40B4-BE49-F238E27FC236}">
                <a16:creationId xmlns:a16="http://schemas.microsoft.com/office/drawing/2014/main" id="{1FB7E862-152C-8690-8EAD-C8C5182AB666}"/>
              </a:ext>
            </a:extLst>
          </p:cNvPr>
          <p:cNvSpPr>
            <a:spLocks noGrp="1"/>
          </p:cNvSpPr>
          <p:nvPr>
            <p:ph type="title" hasCustomPrompt="1"/>
          </p:nvPr>
        </p:nvSpPr>
        <p:spPr>
          <a:xfrm>
            <a:off x="1105207" y="1448683"/>
            <a:ext cx="9981586" cy="1325563"/>
          </a:xfrm>
          <a:noFill/>
        </p:spPr>
        <p:txBody>
          <a:bodyPr>
            <a:normAutofit/>
          </a:bodyPr>
          <a:lstStyle>
            <a:lvl1pPr algn="ctr">
              <a:defRPr sz="4000">
                <a:solidFill>
                  <a:schemeClr val="tx2"/>
                </a:solidFill>
              </a:defRPr>
            </a:lvl1pPr>
          </a:lstStyle>
          <a:p>
            <a:r>
              <a:rPr lang="en-US" dirty="0"/>
              <a:t>Confidentiality Statement</a:t>
            </a:r>
          </a:p>
        </p:txBody>
      </p:sp>
      <p:sp>
        <p:nvSpPr>
          <p:cNvPr id="7" name="Text Placeholder 6">
            <a:extLst>
              <a:ext uri="{FF2B5EF4-FFF2-40B4-BE49-F238E27FC236}">
                <a16:creationId xmlns:a16="http://schemas.microsoft.com/office/drawing/2014/main" id="{8D5F9ECC-5288-8898-8BFB-B9FAD8C7D4AC}"/>
              </a:ext>
            </a:extLst>
          </p:cNvPr>
          <p:cNvSpPr>
            <a:spLocks noGrp="1"/>
          </p:cNvSpPr>
          <p:nvPr>
            <p:ph type="body" sz="quarter" idx="10" hasCustomPrompt="1"/>
          </p:nvPr>
        </p:nvSpPr>
        <p:spPr>
          <a:xfrm>
            <a:off x="1105207" y="2890133"/>
            <a:ext cx="9981586" cy="3073093"/>
          </a:xfrm>
        </p:spPr>
        <p:txBody>
          <a:bodyPr/>
          <a:lstStyle>
            <a:lvl1pPr marL="0" indent="0" algn="ctr">
              <a:lnSpc>
                <a:spcPct val="150000"/>
              </a:lnSpc>
              <a:buNone/>
              <a:defRPr/>
            </a:lvl1pPr>
            <a:lvl2pPr algn="ctr">
              <a:defRPr/>
            </a:lvl2pPr>
            <a:lvl3pPr algn="ctr">
              <a:defRPr/>
            </a:lvl3pPr>
            <a:lvl4pPr algn="ctr">
              <a:defRPr/>
            </a:lvl4pPr>
            <a:lvl5pPr algn="ctr">
              <a:defRPr/>
            </a:lvl5pPr>
          </a:lstStyle>
          <a:p>
            <a:pPr marL="0" indent="0" algn="ctr">
              <a:lnSpc>
                <a:spcPct val="150000"/>
              </a:lnSpc>
              <a:buNone/>
            </a:pPr>
            <a:r>
              <a:rPr lang="en-US" i="1" dirty="0">
                <a:ea typeface="Verdana" panose="020B0604030504040204" pitchFamily="34" charset="0"/>
                <a:cs typeface="Verdana" panose="020B0604030504040204" pitchFamily="34" charset="0"/>
              </a:rPr>
              <a:t>The information contained in this document is strictly confidential, privileged, and only for the information of the intended recipient. The information contained in this document may not be otherwise used, disclosed, copied, altered, or distributed without the prior written consent of Perforce Software, Inc.</a:t>
            </a:r>
          </a:p>
        </p:txBody>
      </p:sp>
      <p:pic>
        <p:nvPicPr>
          <p:cNvPr id="2" name="Picture 1">
            <a:extLst>
              <a:ext uri="{FF2B5EF4-FFF2-40B4-BE49-F238E27FC236}">
                <a16:creationId xmlns:a16="http://schemas.microsoft.com/office/drawing/2014/main" id="{75DAD99E-694F-3DFF-6332-6F11F1B20B59}"/>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394572" y="6323031"/>
            <a:ext cx="1378328" cy="310609"/>
          </a:xfrm>
          <a:prstGeom prst="rect">
            <a:avLst/>
          </a:prstGeom>
        </p:spPr>
      </p:pic>
      <p:sp>
        <p:nvSpPr>
          <p:cNvPr id="8" name="Subtitle 2">
            <a:extLst>
              <a:ext uri="{FF2B5EF4-FFF2-40B4-BE49-F238E27FC236}">
                <a16:creationId xmlns:a16="http://schemas.microsoft.com/office/drawing/2014/main" id="{D2742FB9-6558-DB33-3EF8-979FED84B774}"/>
              </a:ext>
            </a:extLst>
          </p:cNvPr>
          <p:cNvSpPr txBox="1">
            <a:spLocks/>
          </p:cNvSpPr>
          <p:nvPr userDrawn="1"/>
        </p:nvSpPr>
        <p:spPr>
          <a:xfrm>
            <a:off x="96068" y="6529200"/>
            <a:ext cx="2554356" cy="20887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ibson Book" pitchFamily="2" charset="77"/>
                <a:ea typeface="Gibson Book" pitchFamily="2" charset="77"/>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Gibson Book" pitchFamily="2" charset="77"/>
                <a:ea typeface="Gibson Book" pitchFamily="2" charset="77"/>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Gibson Book" pitchFamily="2" charset="77"/>
                <a:ea typeface="Gibson Book" pitchFamily="2" charset="77"/>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800" b="0" i="0" spc="0" dirty="0">
                <a:solidFill>
                  <a:schemeClr val="bg1">
                    <a:alpha val="50323"/>
                  </a:schemeClr>
                </a:solidFill>
                <a:latin typeface="Aptos" panose="020B0004020202020204" pitchFamily="34" charset="0"/>
              </a:rPr>
              <a:t>© Perforce Software, Inc. All rights reserved.</a:t>
            </a:r>
          </a:p>
        </p:txBody>
      </p:sp>
    </p:spTree>
    <p:extLst>
      <p:ext uri="{BB962C8B-B14F-4D97-AF65-F5344CB8AC3E}">
        <p14:creationId xmlns:p14="http://schemas.microsoft.com/office/powerpoint/2010/main" val="2970974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Presenter">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E4C4CFF-0ED1-9186-E5F3-705EC52EB2A9}"/>
              </a:ext>
            </a:extLst>
          </p:cNvPr>
          <p:cNvSpPr>
            <a:spLocks noGrp="1"/>
          </p:cNvSpPr>
          <p:nvPr>
            <p:ph type="ctrTitle"/>
          </p:nvPr>
        </p:nvSpPr>
        <p:spPr>
          <a:xfrm>
            <a:off x="434480" y="474114"/>
            <a:ext cx="11338420" cy="456189"/>
          </a:xfrm>
        </p:spPr>
        <p:txBody>
          <a:bodyPr anchor="t">
            <a:noAutofit/>
          </a:bodyPr>
          <a:lstStyle>
            <a:lvl1pPr algn="l">
              <a:defRPr sz="4000">
                <a:solidFill>
                  <a:schemeClr val="tx1"/>
                </a:solidFill>
              </a:defRPr>
            </a:lvl1pPr>
          </a:lstStyle>
          <a:p>
            <a:r>
              <a:rPr lang="en-US"/>
              <a:t>Click to edit Master title style</a:t>
            </a:r>
            <a:endParaRPr lang="en-US" dirty="0"/>
          </a:p>
        </p:txBody>
      </p:sp>
      <p:pic>
        <p:nvPicPr>
          <p:cNvPr id="21" name="Picture 20">
            <a:extLst>
              <a:ext uri="{FF2B5EF4-FFF2-40B4-BE49-F238E27FC236}">
                <a16:creationId xmlns:a16="http://schemas.microsoft.com/office/drawing/2014/main" id="{54AD4CB7-450C-9435-84B0-1BC3E0E2D07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065172" y="0"/>
            <a:ext cx="3126827" cy="2535799"/>
          </a:xfrm>
          <a:prstGeom prst="rect">
            <a:avLst/>
          </a:prstGeom>
        </p:spPr>
      </p:pic>
      <p:pic>
        <p:nvPicPr>
          <p:cNvPr id="2" name="Picture 1">
            <a:extLst>
              <a:ext uri="{FF2B5EF4-FFF2-40B4-BE49-F238E27FC236}">
                <a16:creationId xmlns:a16="http://schemas.microsoft.com/office/drawing/2014/main" id="{782410F6-EA55-75E6-3FD2-71DB4C21147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94572" y="6323031"/>
            <a:ext cx="1378328" cy="310609"/>
          </a:xfrm>
          <a:prstGeom prst="rect">
            <a:avLst/>
          </a:prstGeom>
        </p:spPr>
      </p:pic>
      <p:sp>
        <p:nvSpPr>
          <p:cNvPr id="5" name="Subtitle 2">
            <a:extLst>
              <a:ext uri="{FF2B5EF4-FFF2-40B4-BE49-F238E27FC236}">
                <a16:creationId xmlns:a16="http://schemas.microsoft.com/office/drawing/2014/main" id="{08892A1B-D41F-C1AE-CF56-A738BBE6AD79}"/>
              </a:ext>
            </a:extLst>
          </p:cNvPr>
          <p:cNvSpPr txBox="1">
            <a:spLocks/>
          </p:cNvSpPr>
          <p:nvPr userDrawn="1"/>
        </p:nvSpPr>
        <p:spPr>
          <a:xfrm>
            <a:off x="96068" y="6529200"/>
            <a:ext cx="2554356" cy="20887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ibson Book" pitchFamily="2" charset="77"/>
                <a:ea typeface="Gibson Book" pitchFamily="2" charset="77"/>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Gibson Book" pitchFamily="2" charset="77"/>
                <a:ea typeface="Gibson Book" pitchFamily="2" charset="77"/>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Gibson Book" pitchFamily="2" charset="77"/>
                <a:ea typeface="Gibson Book" pitchFamily="2" charset="77"/>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800" b="0" i="0" spc="0" dirty="0">
                <a:solidFill>
                  <a:schemeClr val="tx1">
                    <a:alpha val="50000"/>
                  </a:schemeClr>
                </a:solidFill>
                <a:latin typeface="Aptos" panose="020B0004020202020204" pitchFamily="34" charset="0"/>
              </a:rPr>
              <a:t>© Perforce Software, Inc. All rights reserved.</a:t>
            </a:r>
          </a:p>
        </p:txBody>
      </p:sp>
      <p:sp>
        <p:nvSpPr>
          <p:cNvPr id="12" name="Content Placeholder 2">
            <a:extLst>
              <a:ext uri="{FF2B5EF4-FFF2-40B4-BE49-F238E27FC236}">
                <a16:creationId xmlns:a16="http://schemas.microsoft.com/office/drawing/2014/main" id="{FE8D39BD-1EB4-542B-AF29-D30B680FD809}"/>
              </a:ext>
            </a:extLst>
          </p:cNvPr>
          <p:cNvSpPr>
            <a:spLocks noGrp="1"/>
          </p:cNvSpPr>
          <p:nvPr>
            <p:ph idx="1"/>
          </p:nvPr>
        </p:nvSpPr>
        <p:spPr>
          <a:xfrm>
            <a:off x="4677333" y="2262097"/>
            <a:ext cx="4980034" cy="2535799"/>
          </a:xfrm>
        </p:spPr>
        <p:txBody>
          <a:bodyPr anchor="ctr">
            <a:noAutofit/>
          </a:bodyPr>
          <a:lstStyle>
            <a:lvl1pPr marL="228600" marR="0"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None/>
              <a:tabLst/>
              <a:defRPr sz="1800"/>
            </a:lvl1pPr>
            <a:lvl3pPr>
              <a:defRPr sz="1400"/>
            </a:lvl3pPr>
            <a:lvl4pPr>
              <a:defRPr sz="1400"/>
            </a:lvl4pPr>
            <a:lvl5pPr>
              <a:defRPr sz="1200"/>
            </a:lvl5pPr>
          </a:lstStyle>
          <a:p>
            <a:pPr marL="228600" marR="0" lvl="0"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Click to edit Master text styles</a:t>
            </a:r>
          </a:p>
          <a:p>
            <a:pPr marL="228600" marR="0" lvl="1"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Second level</a:t>
            </a:r>
          </a:p>
          <a:p>
            <a:pPr marL="228600" marR="0" lvl="2"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Third level</a:t>
            </a:r>
          </a:p>
          <a:p>
            <a:pPr marL="228600" marR="0" lvl="3"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Fourth level</a:t>
            </a:r>
          </a:p>
          <a:p>
            <a:pPr marL="228600" marR="0" lvl="4"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Fifth level</a:t>
            </a:r>
            <a:endParaRPr lang="en-US" dirty="0"/>
          </a:p>
        </p:txBody>
      </p:sp>
      <p:sp>
        <p:nvSpPr>
          <p:cNvPr id="3" name="Picture Placeholder 6">
            <a:extLst>
              <a:ext uri="{FF2B5EF4-FFF2-40B4-BE49-F238E27FC236}">
                <a16:creationId xmlns:a16="http://schemas.microsoft.com/office/drawing/2014/main" id="{E6EBBFA6-10AE-1041-34C0-A407D6C1A065}"/>
              </a:ext>
            </a:extLst>
          </p:cNvPr>
          <p:cNvSpPr>
            <a:spLocks noGrp="1"/>
          </p:cNvSpPr>
          <p:nvPr>
            <p:ph type="pic" sz="quarter" idx="17"/>
          </p:nvPr>
        </p:nvSpPr>
        <p:spPr>
          <a:xfrm>
            <a:off x="1984984" y="2481454"/>
            <a:ext cx="2097087" cy="2097087"/>
          </a:xfrm>
          <a:prstGeom prst="roundRect">
            <a:avLst>
              <a:gd name="adj" fmla="val 15403"/>
            </a:avLst>
          </a:prstGeom>
          <a:effectLst>
            <a:outerShdw blurRad="254000" dist="127000" dir="2700000" algn="tl" rotWithShape="0">
              <a:prstClr val="black">
                <a:alpha val="20000"/>
              </a:prstClr>
            </a:outerShdw>
          </a:effectLst>
        </p:spPr>
        <p:txBody>
          <a:bodyPr/>
          <a:lstStyle/>
          <a:p>
            <a:r>
              <a:rPr lang="en-US"/>
              <a:t>Click icon to add picture</a:t>
            </a:r>
          </a:p>
        </p:txBody>
      </p:sp>
    </p:spTree>
    <p:extLst>
      <p:ext uri="{BB962C8B-B14F-4D97-AF65-F5344CB8AC3E}">
        <p14:creationId xmlns:p14="http://schemas.microsoft.com/office/powerpoint/2010/main" val="24598787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64">
          <p15:clr>
            <a:srgbClr val="FBAE40"/>
          </p15:clr>
        </p15:guide>
        <p15:guide id="4" pos="7416">
          <p15:clr>
            <a:srgbClr val="FBAE40"/>
          </p15:clr>
        </p15:guide>
        <p15:guide id="5" orient="horz" pos="264">
          <p15:clr>
            <a:srgbClr val="FBAE40"/>
          </p15:clr>
        </p15:guide>
        <p15:guide id="6" orient="horz" pos="403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Presenters">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E4C4CFF-0ED1-9186-E5F3-705EC52EB2A9}"/>
              </a:ext>
            </a:extLst>
          </p:cNvPr>
          <p:cNvSpPr>
            <a:spLocks noGrp="1"/>
          </p:cNvSpPr>
          <p:nvPr>
            <p:ph type="ctrTitle"/>
          </p:nvPr>
        </p:nvSpPr>
        <p:spPr>
          <a:xfrm>
            <a:off x="434480" y="474114"/>
            <a:ext cx="11338420" cy="456189"/>
          </a:xfrm>
        </p:spPr>
        <p:txBody>
          <a:bodyPr anchor="t">
            <a:noAutofit/>
          </a:bodyPr>
          <a:lstStyle>
            <a:lvl1pPr algn="l">
              <a:defRPr sz="4000">
                <a:solidFill>
                  <a:schemeClr val="tx1"/>
                </a:solidFill>
              </a:defRPr>
            </a:lvl1pPr>
          </a:lstStyle>
          <a:p>
            <a:r>
              <a:rPr lang="en-US"/>
              <a:t>Click to edit Master title style</a:t>
            </a:r>
            <a:endParaRPr lang="en-US" dirty="0"/>
          </a:p>
        </p:txBody>
      </p:sp>
      <p:pic>
        <p:nvPicPr>
          <p:cNvPr id="21" name="Picture 20">
            <a:extLst>
              <a:ext uri="{FF2B5EF4-FFF2-40B4-BE49-F238E27FC236}">
                <a16:creationId xmlns:a16="http://schemas.microsoft.com/office/drawing/2014/main" id="{54AD4CB7-450C-9435-84B0-1BC3E0E2D07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065172" y="0"/>
            <a:ext cx="3126827" cy="2535799"/>
          </a:xfrm>
          <a:prstGeom prst="rect">
            <a:avLst/>
          </a:prstGeom>
        </p:spPr>
      </p:pic>
      <p:pic>
        <p:nvPicPr>
          <p:cNvPr id="2" name="Picture 1">
            <a:extLst>
              <a:ext uri="{FF2B5EF4-FFF2-40B4-BE49-F238E27FC236}">
                <a16:creationId xmlns:a16="http://schemas.microsoft.com/office/drawing/2014/main" id="{782410F6-EA55-75E6-3FD2-71DB4C21147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94572" y="6323031"/>
            <a:ext cx="1378328" cy="310609"/>
          </a:xfrm>
          <a:prstGeom prst="rect">
            <a:avLst/>
          </a:prstGeom>
        </p:spPr>
      </p:pic>
      <p:sp>
        <p:nvSpPr>
          <p:cNvPr id="5" name="Subtitle 2">
            <a:extLst>
              <a:ext uri="{FF2B5EF4-FFF2-40B4-BE49-F238E27FC236}">
                <a16:creationId xmlns:a16="http://schemas.microsoft.com/office/drawing/2014/main" id="{E1A6974D-4B0C-0559-D9DD-C0CCDD84E3CF}"/>
              </a:ext>
            </a:extLst>
          </p:cNvPr>
          <p:cNvSpPr txBox="1">
            <a:spLocks/>
          </p:cNvSpPr>
          <p:nvPr userDrawn="1"/>
        </p:nvSpPr>
        <p:spPr>
          <a:xfrm>
            <a:off x="96068" y="6529200"/>
            <a:ext cx="2554356" cy="20887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ibson Book" pitchFamily="2" charset="77"/>
                <a:ea typeface="Gibson Book" pitchFamily="2" charset="77"/>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Gibson Book" pitchFamily="2" charset="77"/>
                <a:ea typeface="Gibson Book" pitchFamily="2" charset="77"/>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Gibson Book" pitchFamily="2" charset="77"/>
                <a:ea typeface="Gibson Book" pitchFamily="2" charset="77"/>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800" b="0" i="0" spc="0" dirty="0">
                <a:solidFill>
                  <a:schemeClr val="tx1">
                    <a:alpha val="50000"/>
                  </a:schemeClr>
                </a:solidFill>
                <a:latin typeface="Aptos" panose="020B0004020202020204" pitchFamily="34" charset="0"/>
              </a:rPr>
              <a:t>© Perforce Software, Inc. All rights reserved.</a:t>
            </a:r>
          </a:p>
        </p:txBody>
      </p:sp>
      <p:sp>
        <p:nvSpPr>
          <p:cNvPr id="11" name="Content Placeholder 2">
            <a:extLst>
              <a:ext uri="{FF2B5EF4-FFF2-40B4-BE49-F238E27FC236}">
                <a16:creationId xmlns:a16="http://schemas.microsoft.com/office/drawing/2014/main" id="{32A04F8A-6896-5602-6A0F-BF72C4F2DAEB}"/>
              </a:ext>
            </a:extLst>
          </p:cNvPr>
          <p:cNvSpPr>
            <a:spLocks noGrp="1"/>
          </p:cNvSpPr>
          <p:nvPr>
            <p:ph idx="1"/>
          </p:nvPr>
        </p:nvSpPr>
        <p:spPr>
          <a:xfrm>
            <a:off x="434480" y="3920709"/>
            <a:ext cx="3753207" cy="2279692"/>
          </a:xfrm>
        </p:spPr>
        <p:txBody>
          <a:bodyPr anchor="t">
            <a:noAutofit/>
          </a:bodyPr>
          <a:lstStyle>
            <a:lvl1pPr marL="228600" marR="0"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None/>
              <a:tabLst/>
              <a:defRPr sz="1800"/>
            </a:lvl1pPr>
            <a:lvl3pPr>
              <a:defRPr sz="1400"/>
            </a:lvl3pPr>
            <a:lvl4pPr>
              <a:defRPr sz="1400"/>
            </a:lvl4pPr>
            <a:lvl5pPr>
              <a:defRPr sz="1200"/>
            </a:lvl5pPr>
          </a:lstStyle>
          <a:p>
            <a:pPr marL="228600" marR="0" lvl="0"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Click to edit Master text styles</a:t>
            </a:r>
          </a:p>
          <a:p>
            <a:pPr marL="228600" marR="0" lvl="1"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Second level</a:t>
            </a:r>
          </a:p>
          <a:p>
            <a:pPr marL="228600" marR="0" lvl="2"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Third level</a:t>
            </a:r>
          </a:p>
          <a:p>
            <a:pPr marL="228600" marR="0" lvl="3"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Fourth level</a:t>
            </a:r>
          </a:p>
          <a:p>
            <a:pPr marL="228600" marR="0" lvl="4"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Fifth level</a:t>
            </a:r>
            <a:endParaRPr lang="en-US" dirty="0"/>
          </a:p>
        </p:txBody>
      </p:sp>
      <p:sp>
        <p:nvSpPr>
          <p:cNvPr id="13" name="Content Placeholder 2">
            <a:extLst>
              <a:ext uri="{FF2B5EF4-FFF2-40B4-BE49-F238E27FC236}">
                <a16:creationId xmlns:a16="http://schemas.microsoft.com/office/drawing/2014/main" id="{3F19F053-2ED5-1C50-CEE6-4393A0C3A175}"/>
              </a:ext>
            </a:extLst>
          </p:cNvPr>
          <p:cNvSpPr>
            <a:spLocks noGrp="1"/>
          </p:cNvSpPr>
          <p:nvPr>
            <p:ph idx="14"/>
          </p:nvPr>
        </p:nvSpPr>
        <p:spPr>
          <a:xfrm>
            <a:off x="4742507" y="3920709"/>
            <a:ext cx="3753207" cy="2279692"/>
          </a:xfrm>
        </p:spPr>
        <p:txBody>
          <a:bodyPr anchor="t">
            <a:noAutofit/>
          </a:bodyPr>
          <a:lstStyle>
            <a:lvl1pPr marL="228600" marR="0"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None/>
              <a:tabLst/>
              <a:defRPr sz="1800"/>
            </a:lvl1pPr>
            <a:lvl3pPr>
              <a:defRPr sz="1400"/>
            </a:lvl3pPr>
            <a:lvl4pPr>
              <a:defRPr sz="1400"/>
            </a:lvl4pPr>
            <a:lvl5pPr>
              <a:defRPr sz="1200"/>
            </a:lvl5pPr>
          </a:lstStyle>
          <a:p>
            <a:pPr marL="228600" marR="0" lvl="0"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Click to edit Master text styles</a:t>
            </a:r>
          </a:p>
          <a:p>
            <a:pPr marL="228600" marR="0" lvl="1"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Second level</a:t>
            </a:r>
          </a:p>
          <a:p>
            <a:pPr marL="228600" marR="0" lvl="2"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Third level</a:t>
            </a:r>
          </a:p>
          <a:p>
            <a:pPr marL="228600" marR="0" lvl="3"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Fourth level</a:t>
            </a:r>
          </a:p>
          <a:p>
            <a:pPr marL="228600" marR="0" lvl="4"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Fifth level</a:t>
            </a:r>
            <a:endParaRPr lang="en-US" dirty="0"/>
          </a:p>
        </p:txBody>
      </p:sp>
      <p:sp>
        <p:nvSpPr>
          <p:cNvPr id="3" name="Picture Placeholder 6">
            <a:extLst>
              <a:ext uri="{FF2B5EF4-FFF2-40B4-BE49-F238E27FC236}">
                <a16:creationId xmlns:a16="http://schemas.microsoft.com/office/drawing/2014/main" id="{8AC9436B-A393-3A1F-5344-38859780C3E2}"/>
              </a:ext>
            </a:extLst>
          </p:cNvPr>
          <p:cNvSpPr>
            <a:spLocks noGrp="1"/>
          </p:cNvSpPr>
          <p:nvPr>
            <p:ph type="pic" sz="quarter" idx="17"/>
          </p:nvPr>
        </p:nvSpPr>
        <p:spPr>
          <a:xfrm>
            <a:off x="434480" y="1494823"/>
            <a:ext cx="2097087" cy="2097087"/>
          </a:xfrm>
          <a:prstGeom prst="roundRect">
            <a:avLst>
              <a:gd name="adj" fmla="val 15403"/>
            </a:avLst>
          </a:prstGeom>
          <a:effectLst>
            <a:outerShdw blurRad="254000" dist="127000" dir="2700000" algn="tl" rotWithShape="0">
              <a:prstClr val="black">
                <a:alpha val="20000"/>
              </a:prstClr>
            </a:outerShdw>
          </a:effectLst>
        </p:spPr>
        <p:txBody>
          <a:bodyPr/>
          <a:lstStyle/>
          <a:p>
            <a:r>
              <a:rPr lang="en-US"/>
              <a:t>Click icon to add picture</a:t>
            </a:r>
          </a:p>
        </p:txBody>
      </p:sp>
      <p:sp>
        <p:nvSpPr>
          <p:cNvPr id="6" name="Picture Placeholder 6">
            <a:extLst>
              <a:ext uri="{FF2B5EF4-FFF2-40B4-BE49-F238E27FC236}">
                <a16:creationId xmlns:a16="http://schemas.microsoft.com/office/drawing/2014/main" id="{F888F638-CC78-A286-C082-0D320F19555E}"/>
              </a:ext>
            </a:extLst>
          </p:cNvPr>
          <p:cNvSpPr>
            <a:spLocks noGrp="1"/>
          </p:cNvSpPr>
          <p:nvPr>
            <p:ph type="pic" sz="quarter" idx="18"/>
          </p:nvPr>
        </p:nvSpPr>
        <p:spPr>
          <a:xfrm>
            <a:off x="4742507" y="1494823"/>
            <a:ext cx="2097087" cy="2097087"/>
          </a:xfrm>
          <a:prstGeom prst="roundRect">
            <a:avLst>
              <a:gd name="adj" fmla="val 15403"/>
            </a:avLst>
          </a:prstGeom>
          <a:effectLst>
            <a:outerShdw blurRad="254000" dist="127000" dir="2700000" algn="tl" rotWithShape="0">
              <a:prstClr val="black">
                <a:alpha val="20000"/>
              </a:prstClr>
            </a:outerShdw>
          </a:effectLst>
        </p:spPr>
        <p:txBody>
          <a:bodyPr/>
          <a:lstStyle/>
          <a:p>
            <a:r>
              <a:rPr lang="en-US"/>
              <a:t>Click icon to add picture</a:t>
            </a:r>
          </a:p>
        </p:txBody>
      </p:sp>
    </p:spTree>
    <p:extLst>
      <p:ext uri="{BB962C8B-B14F-4D97-AF65-F5344CB8AC3E}">
        <p14:creationId xmlns:p14="http://schemas.microsoft.com/office/powerpoint/2010/main" val="952864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64">
          <p15:clr>
            <a:srgbClr val="FBAE40"/>
          </p15:clr>
        </p15:guide>
        <p15:guide id="4" pos="7416">
          <p15:clr>
            <a:srgbClr val="FBAE40"/>
          </p15:clr>
        </p15:guide>
        <p15:guide id="5" orient="horz" pos="264">
          <p15:clr>
            <a:srgbClr val="FBAE40"/>
          </p15:clr>
        </p15:guide>
        <p15:guide id="6" orient="horz" pos="403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Presenters">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E577A12E-62DD-31E8-F156-2F75D031F148}"/>
              </a:ext>
            </a:extLst>
          </p:cNvPr>
          <p:cNvSpPr>
            <a:spLocks noGrp="1"/>
          </p:cNvSpPr>
          <p:nvPr>
            <p:ph type="ctrTitle"/>
          </p:nvPr>
        </p:nvSpPr>
        <p:spPr>
          <a:xfrm>
            <a:off x="434480" y="474114"/>
            <a:ext cx="11338420" cy="456189"/>
          </a:xfrm>
        </p:spPr>
        <p:txBody>
          <a:bodyPr anchor="t">
            <a:noAutofit/>
          </a:bodyPr>
          <a:lstStyle>
            <a:lvl1pPr algn="l">
              <a:defRPr sz="4000">
                <a:solidFill>
                  <a:schemeClr val="tx1"/>
                </a:solidFill>
              </a:defRPr>
            </a:lvl1pPr>
          </a:lstStyle>
          <a:p>
            <a:r>
              <a:rPr lang="en-US"/>
              <a:t>Click to edit Master title style</a:t>
            </a:r>
            <a:endParaRPr lang="en-US" dirty="0"/>
          </a:p>
        </p:txBody>
      </p:sp>
      <p:pic>
        <p:nvPicPr>
          <p:cNvPr id="30" name="Picture 29">
            <a:extLst>
              <a:ext uri="{FF2B5EF4-FFF2-40B4-BE49-F238E27FC236}">
                <a16:creationId xmlns:a16="http://schemas.microsoft.com/office/drawing/2014/main" id="{8DB6DDD4-A6DC-EF75-1574-2B91CAF79C6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065172" y="0"/>
            <a:ext cx="3126827" cy="2535799"/>
          </a:xfrm>
          <a:prstGeom prst="rect">
            <a:avLst/>
          </a:prstGeom>
        </p:spPr>
      </p:pic>
      <p:pic>
        <p:nvPicPr>
          <p:cNvPr id="3" name="Picture 2">
            <a:extLst>
              <a:ext uri="{FF2B5EF4-FFF2-40B4-BE49-F238E27FC236}">
                <a16:creationId xmlns:a16="http://schemas.microsoft.com/office/drawing/2014/main" id="{97B68E37-8152-7EE7-87D4-E36293CEE24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94572" y="6323031"/>
            <a:ext cx="1378328" cy="310609"/>
          </a:xfrm>
          <a:prstGeom prst="rect">
            <a:avLst/>
          </a:prstGeom>
        </p:spPr>
      </p:pic>
      <p:sp>
        <p:nvSpPr>
          <p:cNvPr id="5" name="Subtitle 2">
            <a:extLst>
              <a:ext uri="{FF2B5EF4-FFF2-40B4-BE49-F238E27FC236}">
                <a16:creationId xmlns:a16="http://schemas.microsoft.com/office/drawing/2014/main" id="{F38DDB04-719A-B5A5-5273-9368433D28F7}"/>
              </a:ext>
            </a:extLst>
          </p:cNvPr>
          <p:cNvSpPr txBox="1">
            <a:spLocks/>
          </p:cNvSpPr>
          <p:nvPr userDrawn="1"/>
        </p:nvSpPr>
        <p:spPr>
          <a:xfrm>
            <a:off x="96068" y="6529200"/>
            <a:ext cx="2554356" cy="20887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ibson Book" pitchFamily="2" charset="77"/>
                <a:ea typeface="Gibson Book" pitchFamily="2" charset="77"/>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Gibson Book" pitchFamily="2" charset="77"/>
                <a:ea typeface="Gibson Book" pitchFamily="2" charset="77"/>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Gibson Book" pitchFamily="2" charset="77"/>
                <a:ea typeface="Gibson Book" pitchFamily="2" charset="77"/>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800" b="0" i="0" spc="0" dirty="0">
                <a:solidFill>
                  <a:schemeClr val="tx1">
                    <a:alpha val="50000"/>
                  </a:schemeClr>
                </a:solidFill>
                <a:latin typeface="Aptos" panose="020B0004020202020204" pitchFamily="34" charset="0"/>
              </a:rPr>
              <a:t>© Perforce Software, Inc. All rights reserved.</a:t>
            </a:r>
          </a:p>
        </p:txBody>
      </p:sp>
      <p:sp>
        <p:nvSpPr>
          <p:cNvPr id="11" name="Content Placeholder 2">
            <a:extLst>
              <a:ext uri="{FF2B5EF4-FFF2-40B4-BE49-F238E27FC236}">
                <a16:creationId xmlns:a16="http://schemas.microsoft.com/office/drawing/2014/main" id="{578DCB18-5F69-CB8F-E950-1E8F9E3ED002}"/>
              </a:ext>
            </a:extLst>
          </p:cNvPr>
          <p:cNvSpPr>
            <a:spLocks noGrp="1"/>
          </p:cNvSpPr>
          <p:nvPr>
            <p:ph idx="14"/>
          </p:nvPr>
        </p:nvSpPr>
        <p:spPr>
          <a:xfrm>
            <a:off x="434480" y="3919285"/>
            <a:ext cx="3317789" cy="2279692"/>
          </a:xfrm>
        </p:spPr>
        <p:txBody>
          <a:bodyPr anchor="t">
            <a:noAutofit/>
          </a:bodyPr>
          <a:lstStyle>
            <a:lvl1pPr marL="228600" marR="0"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None/>
              <a:tabLst/>
              <a:defRPr sz="1800"/>
            </a:lvl1pPr>
            <a:lvl3pPr>
              <a:defRPr sz="1400"/>
            </a:lvl3pPr>
            <a:lvl4pPr>
              <a:defRPr sz="1400"/>
            </a:lvl4pPr>
            <a:lvl5pPr>
              <a:defRPr sz="1200"/>
            </a:lvl5pPr>
          </a:lstStyle>
          <a:p>
            <a:pPr marL="228600" marR="0" lvl="0"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Click to edit Master text styles</a:t>
            </a:r>
          </a:p>
          <a:p>
            <a:pPr marL="228600" marR="0" lvl="1"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Second level</a:t>
            </a:r>
          </a:p>
          <a:p>
            <a:pPr marL="228600" marR="0" lvl="2"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Third level</a:t>
            </a:r>
          </a:p>
          <a:p>
            <a:pPr marL="228600" marR="0" lvl="3"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Fourth level</a:t>
            </a:r>
          </a:p>
          <a:p>
            <a:pPr marL="228600" marR="0" lvl="4"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Fifth level</a:t>
            </a:r>
            <a:endParaRPr lang="en-US" dirty="0"/>
          </a:p>
        </p:txBody>
      </p:sp>
      <p:sp>
        <p:nvSpPr>
          <p:cNvPr id="15" name="Content Placeholder 2">
            <a:extLst>
              <a:ext uri="{FF2B5EF4-FFF2-40B4-BE49-F238E27FC236}">
                <a16:creationId xmlns:a16="http://schemas.microsoft.com/office/drawing/2014/main" id="{69BC478C-977E-65AE-83A6-19EC1C0BBD5C}"/>
              </a:ext>
            </a:extLst>
          </p:cNvPr>
          <p:cNvSpPr>
            <a:spLocks noGrp="1"/>
          </p:cNvSpPr>
          <p:nvPr>
            <p:ph idx="15"/>
          </p:nvPr>
        </p:nvSpPr>
        <p:spPr>
          <a:xfrm>
            <a:off x="4101373" y="3919285"/>
            <a:ext cx="3317789" cy="2279692"/>
          </a:xfrm>
        </p:spPr>
        <p:txBody>
          <a:bodyPr anchor="t">
            <a:noAutofit/>
          </a:bodyPr>
          <a:lstStyle>
            <a:lvl1pPr marL="228600" marR="0"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None/>
              <a:tabLst/>
              <a:defRPr sz="1800"/>
            </a:lvl1pPr>
            <a:lvl3pPr>
              <a:defRPr sz="1400"/>
            </a:lvl3pPr>
            <a:lvl4pPr>
              <a:defRPr sz="1400"/>
            </a:lvl4pPr>
            <a:lvl5pPr>
              <a:defRPr sz="1200"/>
            </a:lvl5pPr>
          </a:lstStyle>
          <a:p>
            <a:pPr marL="228600" marR="0" lvl="0"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Click to edit Master text styles</a:t>
            </a:r>
          </a:p>
          <a:p>
            <a:pPr marL="228600" marR="0" lvl="1"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Second level</a:t>
            </a:r>
          </a:p>
          <a:p>
            <a:pPr marL="228600" marR="0" lvl="2"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Third level</a:t>
            </a:r>
          </a:p>
          <a:p>
            <a:pPr marL="228600" marR="0" lvl="3"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Fourth level</a:t>
            </a:r>
          </a:p>
          <a:p>
            <a:pPr marL="228600" marR="0" lvl="4"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Fifth level</a:t>
            </a:r>
            <a:endParaRPr lang="en-US" dirty="0"/>
          </a:p>
        </p:txBody>
      </p:sp>
      <p:sp>
        <p:nvSpPr>
          <p:cNvPr id="18" name="Content Placeholder 2">
            <a:extLst>
              <a:ext uri="{FF2B5EF4-FFF2-40B4-BE49-F238E27FC236}">
                <a16:creationId xmlns:a16="http://schemas.microsoft.com/office/drawing/2014/main" id="{DD3E5F91-F970-B438-9426-E9EC87F726CC}"/>
              </a:ext>
            </a:extLst>
          </p:cNvPr>
          <p:cNvSpPr>
            <a:spLocks noGrp="1"/>
          </p:cNvSpPr>
          <p:nvPr>
            <p:ph idx="16"/>
          </p:nvPr>
        </p:nvSpPr>
        <p:spPr>
          <a:xfrm>
            <a:off x="7806844" y="3919285"/>
            <a:ext cx="3317789" cy="2279692"/>
          </a:xfrm>
        </p:spPr>
        <p:txBody>
          <a:bodyPr anchor="t">
            <a:noAutofit/>
          </a:bodyPr>
          <a:lstStyle>
            <a:lvl1pPr marL="228600" marR="0"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None/>
              <a:tabLst/>
              <a:defRPr sz="1800"/>
            </a:lvl1pPr>
            <a:lvl3pPr>
              <a:defRPr sz="1400"/>
            </a:lvl3pPr>
            <a:lvl4pPr>
              <a:defRPr sz="1400"/>
            </a:lvl4pPr>
            <a:lvl5pPr>
              <a:defRPr sz="1200"/>
            </a:lvl5pPr>
          </a:lstStyle>
          <a:p>
            <a:pPr marL="228600" marR="0" lvl="0"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Click to edit Master text styles</a:t>
            </a:r>
          </a:p>
          <a:p>
            <a:pPr marL="228600" marR="0" lvl="1"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Second level</a:t>
            </a:r>
          </a:p>
          <a:p>
            <a:pPr marL="228600" marR="0" lvl="2"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Third level</a:t>
            </a:r>
          </a:p>
          <a:p>
            <a:pPr marL="228600" marR="0" lvl="3"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Fourth level</a:t>
            </a:r>
          </a:p>
          <a:p>
            <a:pPr marL="228600" marR="0" lvl="4"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Fifth level</a:t>
            </a:r>
            <a:endParaRPr lang="en-US" dirty="0"/>
          </a:p>
        </p:txBody>
      </p:sp>
      <p:sp>
        <p:nvSpPr>
          <p:cNvPr id="7" name="Picture Placeholder 6">
            <a:extLst>
              <a:ext uri="{FF2B5EF4-FFF2-40B4-BE49-F238E27FC236}">
                <a16:creationId xmlns:a16="http://schemas.microsoft.com/office/drawing/2014/main" id="{D6D1BD2B-AFBE-9AB0-75D6-7A429DAB4B79}"/>
              </a:ext>
            </a:extLst>
          </p:cNvPr>
          <p:cNvSpPr>
            <a:spLocks noGrp="1"/>
          </p:cNvSpPr>
          <p:nvPr>
            <p:ph type="pic" sz="quarter" idx="17"/>
          </p:nvPr>
        </p:nvSpPr>
        <p:spPr>
          <a:xfrm>
            <a:off x="440676" y="1491975"/>
            <a:ext cx="2097087" cy="2097087"/>
          </a:xfrm>
          <a:prstGeom prst="roundRect">
            <a:avLst>
              <a:gd name="adj" fmla="val 15403"/>
            </a:avLst>
          </a:prstGeom>
          <a:effectLst>
            <a:outerShdw blurRad="254000" dist="127000" dir="2700000" algn="tl" rotWithShape="0">
              <a:prstClr val="black">
                <a:alpha val="20000"/>
              </a:prstClr>
            </a:outerShdw>
          </a:effectLst>
        </p:spPr>
        <p:txBody>
          <a:bodyPr/>
          <a:lstStyle/>
          <a:p>
            <a:r>
              <a:rPr lang="en-US"/>
              <a:t>Click icon to add picture</a:t>
            </a:r>
            <a:endParaRPr lang="en-US" dirty="0"/>
          </a:p>
        </p:txBody>
      </p:sp>
      <p:sp>
        <p:nvSpPr>
          <p:cNvPr id="8" name="Picture Placeholder 6">
            <a:extLst>
              <a:ext uri="{FF2B5EF4-FFF2-40B4-BE49-F238E27FC236}">
                <a16:creationId xmlns:a16="http://schemas.microsoft.com/office/drawing/2014/main" id="{1A197C0F-A624-09E0-77A2-CEE7EBC4DAB8}"/>
              </a:ext>
            </a:extLst>
          </p:cNvPr>
          <p:cNvSpPr>
            <a:spLocks noGrp="1"/>
          </p:cNvSpPr>
          <p:nvPr>
            <p:ph type="pic" sz="quarter" idx="18"/>
          </p:nvPr>
        </p:nvSpPr>
        <p:spPr>
          <a:xfrm>
            <a:off x="4101373" y="1491975"/>
            <a:ext cx="2097087" cy="2097087"/>
          </a:xfrm>
          <a:prstGeom prst="roundRect">
            <a:avLst>
              <a:gd name="adj" fmla="val 15403"/>
            </a:avLst>
          </a:prstGeom>
          <a:effectLst>
            <a:outerShdw blurRad="254000" dist="127000" dir="2700000" algn="tl" rotWithShape="0">
              <a:prstClr val="black">
                <a:alpha val="20000"/>
              </a:prstClr>
            </a:outerShdw>
          </a:effectLst>
        </p:spPr>
        <p:txBody>
          <a:bodyPr/>
          <a:lstStyle/>
          <a:p>
            <a:r>
              <a:rPr lang="en-US"/>
              <a:t>Click icon to add picture</a:t>
            </a:r>
            <a:endParaRPr lang="en-US" dirty="0"/>
          </a:p>
        </p:txBody>
      </p:sp>
      <p:sp>
        <p:nvSpPr>
          <p:cNvPr id="9" name="Picture Placeholder 6">
            <a:extLst>
              <a:ext uri="{FF2B5EF4-FFF2-40B4-BE49-F238E27FC236}">
                <a16:creationId xmlns:a16="http://schemas.microsoft.com/office/drawing/2014/main" id="{592A8193-4C78-5982-E69F-E47C3C251983}"/>
              </a:ext>
            </a:extLst>
          </p:cNvPr>
          <p:cNvSpPr>
            <a:spLocks noGrp="1"/>
          </p:cNvSpPr>
          <p:nvPr>
            <p:ph type="pic" sz="quarter" idx="19"/>
          </p:nvPr>
        </p:nvSpPr>
        <p:spPr>
          <a:xfrm>
            <a:off x="7806844" y="1491975"/>
            <a:ext cx="2097087" cy="2097087"/>
          </a:xfrm>
          <a:prstGeom prst="roundRect">
            <a:avLst>
              <a:gd name="adj" fmla="val 15403"/>
            </a:avLst>
          </a:prstGeom>
          <a:effectLst>
            <a:outerShdw blurRad="254000" dist="127000" dir="2700000" algn="tl" rotWithShape="0">
              <a:prstClr val="black">
                <a:alpha val="20000"/>
              </a:prstClr>
            </a:outerShdw>
          </a:effectLst>
        </p:spPr>
        <p:txBody>
          <a:bodyPr/>
          <a:lstStyle/>
          <a:p>
            <a:r>
              <a:rPr lang="en-US"/>
              <a:t>Click icon to add picture</a:t>
            </a:r>
          </a:p>
        </p:txBody>
      </p:sp>
    </p:spTree>
    <p:extLst>
      <p:ext uri="{BB962C8B-B14F-4D97-AF65-F5344CB8AC3E}">
        <p14:creationId xmlns:p14="http://schemas.microsoft.com/office/powerpoint/2010/main" val="30886415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64">
          <p15:clr>
            <a:srgbClr val="FBAE40"/>
          </p15:clr>
        </p15:guide>
        <p15:guide id="4" pos="7416">
          <p15:clr>
            <a:srgbClr val="FBAE40"/>
          </p15:clr>
        </p15:guide>
        <p15:guide id="5" orient="horz" pos="264">
          <p15:clr>
            <a:srgbClr val="FBAE40"/>
          </p15:clr>
        </p15:guide>
        <p15:guide id="6" orient="horz" pos="403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se Study, 50/50 Layout">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824C15A-0707-783C-0CC1-4F01F0C5503D}"/>
              </a:ext>
            </a:extLst>
          </p:cNvPr>
          <p:cNvSpPr/>
          <p:nvPr userDrawn="1"/>
        </p:nvSpPr>
        <p:spPr>
          <a:xfrm>
            <a:off x="-1" y="0"/>
            <a:ext cx="6096001"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33190479-E21B-1A50-8A80-811A01D6429A}"/>
              </a:ext>
            </a:extLst>
          </p:cNvPr>
          <p:cNvSpPr>
            <a:spLocks noGrp="1"/>
          </p:cNvSpPr>
          <p:nvPr>
            <p:ph type="body" sz="quarter" idx="14" hasCustomPrompt="1"/>
          </p:nvPr>
        </p:nvSpPr>
        <p:spPr>
          <a:xfrm>
            <a:off x="6530480" y="665606"/>
            <a:ext cx="5223370" cy="1391793"/>
          </a:xfrm>
        </p:spPr>
        <p:txBody>
          <a:bodyPr lIns="182880" tIns="182880" rIns="182880" bIns="182880">
            <a:noAutofit/>
          </a:bodyPr>
          <a:lstStyle>
            <a:lvl1pPr marL="0" indent="0">
              <a:buNone/>
              <a:defRPr sz="400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title style</a:t>
            </a:r>
          </a:p>
        </p:txBody>
      </p:sp>
      <p:sp>
        <p:nvSpPr>
          <p:cNvPr id="25" name="Text Placeholder 22">
            <a:extLst>
              <a:ext uri="{FF2B5EF4-FFF2-40B4-BE49-F238E27FC236}">
                <a16:creationId xmlns:a16="http://schemas.microsoft.com/office/drawing/2014/main" id="{A1F9326C-2F33-46F8-2C66-58862213406F}"/>
              </a:ext>
            </a:extLst>
          </p:cNvPr>
          <p:cNvSpPr>
            <a:spLocks noGrp="1"/>
          </p:cNvSpPr>
          <p:nvPr>
            <p:ph type="body" sz="quarter" idx="16"/>
          </p:nvPr>
        </p:nvSpPr>
        <p:spPr>
          <a:xfrm>
            <a:off x="6530480" y="2377810"/>
            <a:ext cx="5215846" cy="3740692"/>
          </a:xfrm>
        </p:spPr>
        <p:txBody>
          <a:bodyPr lIns="182880" tIns="182880" rIns="182880" bIns="182880"/>
          <a:lstStyle>
            <a:lvl1pPr marL="285750" indent="-285750">
              <a:buClr>
                <a:schemeClr val="tx2"/>
              </a:buClr>
              <a:buFont typeface="Arial" panose="020B0604020202020204" pitchFamily="34" charset="0"/>
              <a:buChar char="•"/>
              <a:defRPr/>
            </a:lvl1pPr>
            <a:lvl2pPr marL="742950" indent="-285750">
              <a:buClr>
                <a:schemeClr val="tx2"/>
              </a:buClr>
              <a:buFont typeface="Arial" panose="020B0604020202020204" pitchFamily="34" charset="0"/>
              <a:buChar char="•"/>
              <a:defRPr/>
            </a:lvl2pPr>
            <a:lvl3pPr marL="1200150" indent="-285750">
              <a:buClr>
                <a:schemeClr val="tx2"/>
              </a:buClr>
              <a:buFont typeface="Arial" panose="020B0604020202020204" pitchFamily="34" charset="0"/>
              <a:buChar char="•"/>
              <a:defRPr/>
            </a:lvl3pPr>
            <a:lvl4pPr marL="1657350" indent="-285750">
              <a:buClr>
                <a:schemeClr val="tx2"/>
              </a:buClr>
              <a:buFont typeface="Arial" panose="020B0604020202020204" pitchFamily="34" charset="0"/>
              <a:buChar char="•"/>
              <a:defRPr/>
            </a:lvl4pPr>
            <a:lvl5pPr marL="2000250" indent="-171450">
              <a:buClr>
                <a:schemeClr val="tx2"/>
              </a:buClr>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a:extLst>
              <a:ext uri="{FF2B5EF4-FFF2-40B4-BE49-F238E27FC236}">
                <a16:creationId xmlns:a16="http://schemas.microsoft.com/office/drawing/2014/main" id="{BA92C30F-BCAA-31E1-4729-C38594C08B3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94572" y="6323031"/>
            <a:ext cx="1378328" cy="310609"/>
          </a:xfrm>
          <a:prstGeom prst="rect">
            <a:avLst/>
          </a:prstGeom>
        </p:spPr>
      </p:pic>
      <p:sp>
        <p:nvSpPr>
          <p:cNvPr id="5" name="Title 1">
            <a:extLst>
              <a:ext uri="{FF2B5EF4-FFF2-40B4-BE49-F238E27FC236}">
                <a16:creationId xmlns:a16="http://schemas.microsoft.com/office/drawing/2014/main" id="{ECCB199E-D0F5-8558-A1C5-E8F8F66AF5B3}"/>
              </a:ext>
            </a:extLst>
          </p:cNvPr>
          <p:cNvSpPr>
            <a:spLocks noGrp="1"/>
          </p:cNvSpPr>
          <p:nvPr>
            <p:ph type="ctrTitle" hasCustomPrompt="1"/>
          </p:nvPr>
        </p:nvSpPr>
        <p:spPr>
          <a:xfrm>
            <a:off x="434480" y="1656897"/>
            <a:ext cx="4628474" cy="1682651"/>
          </a:xfrm>
        </p:spPr>
        <p:txBody>
          <a:bodyPr anchor="t">
            <a:noAutofit/>
          </a:bodyPr>
          <a:lstStyle>
            <a:lvl1pPr algn="l">
              <a:defRPr sz="3200" b="0" i="0">
                <a:solidFill>
                  <a:schemeClr val="bg1"/>
                </a:solidFill>
                <a:latin typeface="Aptos" panose="020B0004020202020204" pitchFamily="34" charset="0"/>
                <a:ea typeface="Aptos" panose="020B0004020202020204" pitchFamily="34" charset="0"/>
              </a:defRPr>
            </a:lvl1pPr>
          </a:lstStyle>
          <a:p>
            <a:r>
              <a:rPr lang="en-US" dirty="0"/>
              <a:t>Insert Case Study  Company Name Here</a:t>
            </a:r>
          </a:p>
        </p:txBody>
      </p:sp>
      <p:sp>
        <p:nvSpPr>
          <p:cNvPr id="8" name="Subtitle 2">
            <a:extLst>
              <a:ext uri="{FF2B5EF4-FFF2-40B4-BE49-F238E27FC236}">
                <a16:creationId xmlns:a16="http://schemas.microsoft.com/office/drawing/2014/main" id="{F3F06C49-7888-701C-646D-31304FAC17C5}"/>
              </a:ext>
            </a:extLst>
          </p:cNvPr>
          <p:cNvSpPr txBox="1">
            <a:spLocks/>
          </p:cNvSpPr>
          <p:nvPr userDrawn="1"/>
        </p:nvSpPr>
        <p:spPr>
          <a:xfrm>
            <a:off x="96068" y="6529200"/>
            <a:ext cx="2554356" cy="20887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ibson Book" pitchFamily="2" charset="77"/>
                <a:ea typeface="Gibson Book" pitchFamily="2" charset="77"/>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Gibson Book" pitchFamily="2" charset="77"/>
                <a:ea typeface="Gibson Book" pitchFamily="2" charset="77"/>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Gibson Book" pitchFamily="2" charset="77"/>
                <a:ea typeface="Gibson Book" pitchFamily="2" charset="77"/>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800" b="0" i="0" spc="0" dirty="0">
                <a:solidFill>
                  <a:schemeClr val="bg1">
                    <a:alpha val="50323"/>
                  </a:schemeClr>
                </a:solidFill>
                <a:latin typeface="Aptos" panose="020B0004020202020204" pitchFamily="34" charset="0"/>
              </a:rPr>
              <a:t>© Perforce Software, Inc. All rights reserved.</a:t>
            </a:r>
          </a:p>
        </p:txBody>
      </p:sp>
      <p:pic>
        <p:nvPicPr>
          <p:cNvPr id="9" name="Graphic 8">
            <a:extLst>
              <a:ext uri="{FF2B5EF4-FFF2-40B4-BE49-F238E27FC236}">
                <a16:creationId xmlns:a16="http://schemas.microsoft.com/office/drawing/2014/main" id="{7144B7C2-6496-EC7F-A9F8-BC0118DF465A}"/>
              </a:ext>
            </a:extLst>
          </p:cNvPr>
          <p:cNvPicPr>
            <a:picLocks noChangeAspect="1"/>
          </p:cNvPicPr>
          <p:nvPr userDrawn="1"/>
        </p:nvPicPr>
        <p:blipFill>
          <a:blip>
            <a:alphaModFix/>
            <a:extLst>
              <a:ext uri="{96DAC541-7B7A-43D3-8B79-37D633B846F1}">
                <asvg:svgBlip xmlns:asvg="http://schemas.microsoft.com/office/drawing/2016/SVG/main" r:embed="rId3"/>
              </a:ext>
            </a:extLst>
          </a:blip>
          <a:srcRect l="19103" t="646" r="21913" b="36708"/>
          <a:stretch/>
        </p:blipFill>
        <p:spPr>
          <a:xfrm flipH="1">
            <a:off x="0" y="3429001"/>
            <a:ext cx="6096000" cy="3429000"/>
          </a:xfrm>
          <a:prstGeom prst="rect">
            <a:avLst/>
          </a:prstGeom>
        </p:spPr>
      </p:pic>
      <p:sp>
        <p:nvSpPr>
          <p:cNvPr id="3" name="Online Image Placeholder 6">
            <a:extLst>
              <a:ext uri="{FF2B5EF4-FFF2-40B4-BE49-F238E27FC236}">
                <a16:creationId xmlns:a16="http://schemas.microsoft.com/office/drawing/2014/main" id="{68A2FA89-E3E2-C53D-1092-6D9CFDC3E69B}"/>
              </a:ext>
            </a:extLst>
          </p:cNvPr>
          <p:cNvSpPr>
            <a:spLocks noGrp="1"/>
          </p:cNvSpPr>
          <p:nvPr>
            <p:ph type="clipArt" sz="quarter" idx="17" hasCustomPrompt="1"/>
          </p:nvPr>
        </p:nvSpPr>
        <p:spPr>
          <a:xfrm>
            <a:off x="434479" y="665606"/>
            <a:ext cx="2701482" cy="655637"/>
          </a:xfrm>
        </p:spPr>
        <p:txBody>
          <a:bodyPr anchor="ctr">
            <a:normAutofit/>
          </a:bodyPr>
          <a:lstStyle>
            <a:lvl1pPr algn="ctr">
              <a:buNone/>
              <a:defRPr sz="1600">
                <a:solidFill>
                  <a:schemeClr val="bg1"/>
                </a:solidFill>
              </a:defRPr>
            </a:lvl1pPr>
          </a:lstStyle>
          <a:p>
            <a:r>
              <a:rPr lang="en-US" dirty="0"/>
              <a:t>Click Icon to Insert Logo</a:t>
            </a:r>
          </a:p>
        </p:txBody>
      </p:sp>
    </p:spTree>
    <p:extLst>
      <p:ext uri="{BB962C8B-B14F-4D97-AF65-F5344CB8AC3E}">
        <p14:creationId xmlns:p14="http://schemas.microsoft.com/office/powerpoint/2010/main" val="2371427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ase Study, 30/70 Layout">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824C15A-0707-783C-0CC1-4F01F0C5503D}"/>
              </a:ext>
            </a:extLst>
          </p:cNvPr>
          <p:cNvSpPr/>
          <p:nvPr userDrawn="1"/>
        </p:nvSpPr>
        <p:spPr>
          <a:xfrm>
            <a:off x="-1" y="0"/>
            <a:ext cx="4149369"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33190479-E21B-1A50-8A80-811A01D6429A}"/>
              </a:ext>
            </a:extLst>
          </p:cNvPr>
          <p:cNvSpPr>
            <a:spLocks noGrp="1"/>
          </p:cNvSpPr>
          <p:nvPr>
            <p:ph type="body" sz="quarter" idx="14" hasCustomPrompt="1"/>
          </p:nvPr>
        </p:nvSpPr>
        <p:spPr>
          <a:xfrm>
            <a:off x="4557713" y="665607"/>
            <a:ext cx="7196137" cy="707092"/>
          </a:xfrm>
        </p:spPr>
        <p:txBody>
          <a:bodyPr lIns="182880" tIns="182880" rIns="182880" bIns="182880">
            <a:normAutofit/>
          </a:bodyPr>
          <a:lstStyle>
            <a:lvl1pPr marL="0" indent="0">
              <a:buNone/>
              <a:defRPr sz="400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title style</a:t>
            </a:r>
          </a:p>
        </p:txBody>
      </p:sp>
      <p:sp>
        <p:nvSpPr>
          <p:cNvPr id="24" name="Text Placeholder 22">
            <a:extLst>
              <a:ext uri="{FF2B5EF4-FFF2-40B4-BE49-F238E27FC236}">
                <a16:creationId xmlns:a16="http://schemas.microsoft.com/office/drawing/2014/main" id="{C66232D9-F0BA-74BE-2A4A-21E244C6D069}"/>
              </a:ext>
            </a:extLst>
          </p:cNvPr>
          <p:cNvSpPr>
            <a:spLocks noGrp="1"/>
          </p:cNvSpPr>
          <p:nvPr>
            <p:ph type="body" sz="quarter" idx="15"/>
          </p:nvPr>
        </p:nvSpPr>
        <p:spPr>
          <a:xfrm>
            <a:off x="4557714" y="1656897"/>
            <a:ext cx="3472018" cy="2765691"/>
          </a:xfrm>
        </p:spPr>
        <p:txBody>
          <a:bodyPr lIns="182880" tIns="182880" rIns="182880" bIns="182880"/>
          <a:lstStyle>
            <a:lvl1pPr marL="285750" indent="-285750">
              <a:buClr>
                <a:schemeClr val="tx2"/>
              </a:buClr>
              <a:buFont typeface="Arial" panose="020B0604020202020204" pitchFamily="34" charset="0"/>
              <a:buChar char="•"/>
              <a:defRPr sz="1800"/>
            </a:lvl1pPr>
            <a:lvl2pPr marL="742950" indent="-285750">
              <a:buClr>
                <a:schemeClr val="tx2"/>
              </a:buClr>
              <a:buFont typeface="Arial" panose="020B0604020202020204" pitchFamily="34" charset="0"/>
              <a:buChar char="•"/>
              <a:defRPr/>
            </a:lvl2pPr>
            <a:lvl3pPr marL="1200150" indent="-285750">
              <a:buClr>
                <a:schemeClr val="tx2"/>
              </a:buClr>
              <a:buFont typeface="Arial" panose="020B0604020202020204" pitchFamily="34" charset="0"/>
              <a:buChar char="•"/>
              <a:defRPr sz="1400"/>
            </a:lvl3pPr>
            <a:lvl4pPr marL="1657350" indent="-285750">
              <a:buClr>
                <a:schemeClr val="tx2"/>
              </a:buClr>
              <a:buFont typeface="Arial" panose="020B0604020202020204" pitchFamily="34" charset="0"/>
              <a:buChar char="•"/>
              <a:defRPr/>
            </a:lvl4pPr>
            <a:lvl5pPr marL="2000250" indent="-171450">
              <a:buClr>
                <a:schemeClr val="tx2"/>
              </a:buClr>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25" name="Text Placeholder 22">
            <a:extLst>
              <a:ext uri="{FF2B5EF4-FFF2-40B4-BE49-F238E27FC236}">
                <a16:creationId xmlns:a16="http://schemas.microsoft.com/office/drawing/2014/main" id="{A1F9326C-2F33-46F8-2C66-58862213406F}"/>
              </a:ext>
            </a:extLst>
          </p:cNvPr>
          <p:cNvSpPr>
            <a:spLocks noGrp="1"/>
          </p:cNvSpPr>
          <p:nvPr>
            <p:ph type="body" sz="quarter" idx="16"/>
          </p:nvPr>
        </p:nvSpPr>
        <p:spPr>
          <a:xfrm>
            <a:off x="8274308" y="1656897"/>
            <a:ext cx="3472018" cy="2765691"/>
          </a:xfrm>
        </p:spPr>
        <p:txBody>
          <a:bodyPr lIns="182880" tIns="182880" rIns="182880" bIns="182880"/>
          <a:lstStyle>
            <a:lvl1pPr marL="285750" indent="-285750">
              <a:buClr>
                <a:schemeClr val="tx2"/>
              </a:buClr>
              <a:buFont typeface="Arial" panose="020B0604020202020204" pitchFamily="34" charset="0"/>
              <a:buChar char="•"/>
              <a:defRPr sz="1800"/>
            </a:lvl1pPr>
            <a:lvl2pPr marL="742950" indent="-285750">
              <a:buClr>
                <a:schemeClr val="tx2"/>
              </a:buClr>
              <a:buFont typeface="Arial" panose="020B0604020202020204" pitchFamily="34" charset="0"/>
              <a:buChar char="•"/>
              <a:defRPr/>
            </a:lvl2pPr>
            <a:lvl3pPr marL="1200150" indent="-285750">
              <a:buClr>
                <a:schemeClr val="tx2"/>
              </a:buClr>
              <a:buFont typeface="Arial" panose="020B0604020202020204" pitchFamily="34" charset="0"/>
              <a:buChar char="•"/>
              <a:defRPr sz="1400"/>
            </a:lvl3pPr>
            <a:lvl4pPr marL="1657350" indent="-285750">
              <a:buClr>
                <a:schemeClr val="tx2"/>
              </a:buClr>
              <a:buFont typeface="Arial" panose="020B0604020202020204" pitchFamily="34" charset="0"/>
              <a:buChar char="•"/>
              <a:defRPr/>
            </a:lvl4pPr>
            <a:lvl5pPr marL="2000250" indent="-171450">
              <a:buClr>
                <a:schemeClr val="tx2"/>
              </a:buClr>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27" name="Text Placeholder 22">
            <a:extLst>
              <a:ext uri="{FF2B5EF4-FFF2-40B4-BE49-F238E27FC236}">
                <a16:creationId xmlns:a16="http://schemas.microsoft.com/office/drawing/2014/main" id="{447C4630-20EE-27B9-76CE-33B1D08B372F}"/>
              </a:ext>
            </a:extLst>
          </p:cNvPr>
          <p:cNvSpPr>
            <a:spLocks noGrp="1"/>
          </p:cNvSpPr>
          <p:nvPr>
            <p:ph type="body" sz="quarter" idx="17"/>
          </p:nvPr>
        </p:nvSpPr>
        <p:spPr>
          <a:xfrm>
            <a:off x="4557713" y="4630994"/>
            <a:ext cx="7196137" cy="1561400"/>
          </a:xfrm>
        </p:spPr>
        <p:txBody>
          <a:bodyPr lIns="182880" tIns="182880" rIns="182880" bIns="182880"/>
          <a:lstStyle>
            <a:lvl1pPr marL="0" indent="0">
              <a:buNone/>
              <a:defRPr sz="1600"/>
            </a:lvl1pPr>
            <a:lvl2pPr marL="457200" indent="0">
              <a:buNone/>
              <a:defRPr/>
            </a:lvl2pPr>
            <a:lvl3pPr marL="914400" indent="0">
              <a:buNone/>
              <a:defRPr sz="1200"/>
            </a:lvl3pPr>
            <a:lvl4pPr marL="1371600" indent="0">
              <a:buNone/>
              <a:defRPr/>
            </a:lvl4pPr>
            <a:lvl5pPr marL="1828800" indent="0">
              <a:buNone/>
              <a:defRPr/>
            </a:lvl5pPr>
          </a:lstStyle>
          <a:p>
            <a:pPr lvl="0"/>
            <a:r>
              <a:rPr lang="en-US"/>
              <a:t>Click to edit Master text styles</a:t>
            </a:r>
          </a:p>
          <a:p>
            <a:pPr lvl="1"/>
            <a:r>
              <a:rPr lang="en-US"/>
              <a:t>Second level</a:t>
            </a:r>
          </a:p>
        </p:txBody>
      </p:sp>
      <p:pic>
        <p:nvPicPr>
          <p:cNvPr id="31" name="Graphic 30">
            <a:extLst>
              <a:ext uri="{FF2B5EF4-FFF2-40B4-BE49-F238E27FC236}">
                <a16:creationId xmlns:a16="http://schemas.microsoft.com/office/drawing/2014/main" id="{C1FC1BDE-ACBB-1E44-10F6-BACFDDA4E96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l="37938" t="646" r="21913" b="36708"/>
          <a:stretch/>
        </p:blipFill>
        <p:spPr>
          <a:xfrm flipH="1">
            <a:off x="0" y="3429001"/>
            <a:ext cx="4149368" cy="3429000"/>
          </a:xfrm>
          <a:prstGeom prst="rect">
            <a:avLst/>
          </a:prstGeom>
        </p:spPr>
      </p:pic>
      <p:pic>
        <p:nvPicPr>
          <p:cNvPr id="2" name="Picture 1">
            <a:extLst>
              <a:ext uri="{FF2B5EF4-FFF2-40B4-BE49-F238E27FC236}">
                <a16:creationId xmlns:a16="http://schemas.microsoft.com/office/drawing/2014/main" id="{B722A0E7-5928-C305-4ED1-18A0C70FAAA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94572" y="6323031"/>
            <a:ext cx="1378328" cy="310609"/>
          </a:xfrm>
          <a:prstGeom prst="rect">
            <a:avLst/>
          </a:prstGeom>
        </p:spPr>
      </p:pic>
      <p:sp>
        <p:nvSpPr>
          <p:cNvPr id="5" name="Subtitle 2">
            <a:extLst>
              <a:ext uri="{FF2B5EF4-FFF2-40B4-BE49-F238E27FC236}">
                <a16:creationId xmlns:a16="http://schemas.microsoft.com/office/drawing/2014/main" id="{A529542F-7995-DB5E-34BA-305D0CB9A2B4}"/>
              </a:ext>
            </a:extLst>
          </p:cNvPr>
          <p:cNvSpPr txBox="1">
            <a:spLocks/>
          </p:cNvSpPr>
          <p:nvPr userDrawn="1"/>
        </p:nvSpPr>
        <p:spPr>
          <a:xfrm>
            <a:off x="96068" y="6529200"/>
            <a:ext cx="2554356" cy="20887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ibson Book" pitchFamily="2" charset="77"/>
                <a:ea typeface="Gibson Book" pitchFamily="2" charset="77"/>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Gibson Book" pitchFamily="2" charset="77"/>
                <a:ea typeface="Gibson Book" pitchFamily="2" charset="77"/>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Gibson Book" pitchFamily="2" charset="77"/>
                <a:ea typeface="Gibson Book" pitchFamily="2" charset="77"/>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800" b="0" i="0" spc="0" dirty="0">
                <a:solidFill>
                  <a:schemeClr val="bg1">
                    <a:alpha val="50323"/>
                  </a:schemeClr>
                </a:solidFill>
                <a:latin typeface="Aptos" panose="020B0004020202020204" pitchFamily="34" charset="0"/>
              </a:rPr>
              <a:t>© Perforce Software, Inc. All rights reserved.</a:t>
            </a:r>
          </a:p>
        </p:txBody>
      </p:sp>
      <p:sp>
        <p:nvSpPr>
          <p:cNvPr id="3" name="Title 1">
            <a:extLst>
              <a:ext uri="{FF2B5EF4-FFF2-40B4-BE49-F238E27FC236}">
                <a16:creationId xmlns:a16="http://schemas.microsoft.com/office/drawing/2014/main" id="{B91CB3A9-713A-1ABC-D1D5-83D81439410B}"/>
              </a:ext>
            </a:extLst>
          </p:cNvPr>
          <p:cNvSpPr>
            <a:spLocks noGrp="1"/>
          </p:cNvSpPr>
          <p:nvPr>
            <p:ph type="ctrTitle" hasCustomPrompt="1"/>
          </p:nvPr>
        </p:nvSpPr>
        <p:spPr>
          <a:xfrm>
            <a:off x="434480" y="1656897"/>
            <a:ext cx="3180162" cy="1682651"/>
          </a:xfrm>
        </p:spPr>
        <p:txBody>
          <a:bodyPr anchor="t">
            <a:noAutofit/>
          </a:bodyPr>
          <a:lstStyle>
            <a:lvl1pPr algn="l">
              <a:defRPr sz="3200" b="0" i="0">
                <a:solidFill>
                  <a:schemeClr val="bg1"/>
                </a:solidFill>
                <a:latin typeface="Aptos" panose="020B0004020202020204" pitchFamily="34" charset="0"/>
                <a:ea typeface="Aptos" panose="020B0004020202020204" pitchFamily="34" charset="0"/>
              </a:defRPr>
            </a:lvl1pPr>
          </a:lstStyle>
          <a:p>
            <a:r>
              <a:rPr lang="en-US" dirty="0"/>
              <a:t>Insert Case Study  Company Name Here</a:t>
            </a:r>
          </a:p>
        </p:txBody>
      </p:sp>
      <p:sp>
        <p:nvSpPr>
          <p:cNvPr id="4" name="Online Image Placeholder 6">
            <a:extLst>
              <a:ext uri="{FF2B5EF4-FFF2-40B4-BE49-F238E27FC236}">
                <a16:creationId xmlns:a16="http://schemas.microsoft.com/office/drawing/2014/main" id="{E9A4A91A-C67D-E084-1DE6-D4AE8579C027}"/>
              </a:ext>
            </a:extLst>
          </p:cNvPr>
          <p:cNvSpPr>
            <a:spLocks noGrp="1"/>
          </p:cNvSpPr>
          <p:nvPr>
            <p:ph type="clipArt" sz="quarter" idx="18" hasCustomPrompt="1"/>
          </p:nvPr>
        </p:nvSpPr>
        <p:spPr>
          <a:xfrm>
            <a:off x="434479" y="665606"/>
            <a:ext cx="2701482" cy="655637"/>
          </a:xfrm>
        </p:spPr>
        <p:txBody>
          <a:bodyPr anchor="ctr">
            <a:normAutofit/>
          </a:bodyPr>
          <a:lstStyle>
            <a:lvl1pPr algn="ctr">
              <a:buNone/>
              <a:defRPr sz="1600">
                <a:solidFill>
                  <a:schemeClr val="bg1"/>
                </a:solidFill>
              </a:defRPr>
            </a:lvl1pPr>
          </a:lstStyle>
          <a:p>
            <a:r>
              <a:rPr lang="en-US" dirty="0"/>
              <a:t>Click Icon to Insert Logo</a:t>
            </a:r>
          </a:p>
        </p:txBody>
      </p:sp>
    </p:spTree>
    <p:extLst>
      <p:ext uri="{BB962C8B-B14F-4D97-AF65-F5344CB8AC3E}">
        <p14:creationId xmlns:p14="http://schemas.microsoft.com/office/powerpoint/2010/main" val="1736098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Divider, Dark Theme">
    <p:bg>
      <p:bgPr>
        <a:gradFill>
          <a:gsLst>
            <a:gs pos="84000">
              <a:srgbClr val="3600C8"/>
            </a:gs>
            <a:gs pos="54000">
              <a:srgbClr val="1F008B"/>
            </a:gs>
            <a:gs pos="0">
              <a:srgbClr val="00003A">
                <a:lumMod val="100000"/>
              </a:srgbClr>
            </a:gs>
            <a:gs pos="100000">
              <a:srgbClr val="4C00FF">
                <a:lumMod val="99992"/>
                <a:lumOff val="8"/>
              </a:srgbClr>
            </a:gs>
          </a:gsLst>
          <a:lin ang="0" scaled="0"/>
        </a:gra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4482A86-1E2B-B1A3-39E0-627D5B87B1E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858000" y="0"/>
            <a:ext cx="5334000" cy="4325774"/>
          </a:xfrm>
          <a:prstGeom prst="rect">
            <a:avLst/>
          </a:prstGeom>
        </p:spPr>
      </p:pic>
      <p:sp>
        <p:nvSpPr>
          <p:cNvPr id="7" name="Title 1">
            <a:extLst>
              <a:ext uri="{FF2B5EF4-FFF2-40B4-BE49-F238E27FC236}">
                <a16:creationId xmlns:a16="http://schemas.microsoft.com/office/drawing/2014/main" id="{EB84EBB6-9652-68A6-315A-BC5F7A3E34BE}"/>
              </a:ext>
            </a:extLst>
          </p:cNvPr>
          <p:cNvSpPr>
            <a:spLocks noGrp="1"/>
          </p:cNvSpPr>
          <p:nvPr>
            <p:ph type="ctrTitle" hasCustomPrompt="1"/>
          </p:nvPr>
        </p:nvSpPr>
        <p:spPr>
          <a:xfrm>
            <a:off x="434480" y="2532226"/>
            <a:ext cx="5179511" cy="1793548"/>
          </a:xfrm>
        </p:spPr>
        <p:txBody>
          <a:bodyPr anchor="b"/>
          <a:lstStyle>
            <a:lvl1pPr algn="l">
              <a:defRPr sz="6000">
                <a:solidFill>
                  <a:schemeClr val="bg1"/>
                </a:solidFill>
              </a:defRPr>
            </a:lvl1pPr>
          </a:lstStyle>
          <a:p>
            <a:r>
              <a:rPr lang="en-US" dirty="0"/>
              <a:t>Section Divider Title</a:t>
            </a:r>
          </a:p>
        </p:txBody>
      </p:sp>
      <p:pic>
        <p:nvPicPr>
          <p:cNvPr id="2" name="Picture 1">
            <a:extLst>
              <a:ext uri="{FF2B5EF4-FFF2-40B4-BE49-F238E27FC236}">
                <a16:creationId xmlns:a16="http://schemas.microsoft.com/office/drawing/2014/main" id="{5A6079FA-2A88-F646-C703-71AECAAFABF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94576" y="6323031"/>
            <a:ext cx="1378324" cy="310608"/>
          </a:xfrm>
          <a:prstGeom prst="rect">
            <a:avLst/>
          </a:prstGeom>
        </p:spPr>
      </p:pic>
      <p:sp>
        <p:nvSpPr>
          <p:cNvPr id="4" name="Subtitle 2">
            <a:extLst>
              <a:ext uri="{FF2B5EF4-FFF2-40B4-BE49-F238E27FC236}">
                <a16:creationId xmlns:a16="http://schemas.microsoft.com/office/drawing/2014/main" id="{60C0B110-A236-25F1-8847-FF39C7F8DBFC}"/>
              </a:ext>
            </a:extLst>
          </p:cNvPr>
          <p:cNvSpPr txBox="1">
            <a:spLocks/>
          </p:cNvSpPr>
          <p:nvPr userDrawn="1"/>
        </p:nvSpPr>
        <p:spPr>
          <a:xfrm>
            <a:off x="96068" y="6529200"/>
            <a:ext cx="2554356" cy="20887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ibson Book" pitchFamily="2" charset="77"/>
                <a:ea typeface="Gibson Book" pitchFamily="2" charset="77"/>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Gibson Book" pitchFamily="2" charset="77"/>
                <a:ea typeface="Gibson Book" pitchFamily="2" charset="77"/>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Gibson Book" pitchFamily="2" charset="77"/>
                <a:ea typeface="Gibson Book" pitchFamily="2" charset="77"/>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800" b="0" i="0" spc="0" dirty="0">
                <a:solidFill>
                  <a:schemeClr val="bg1">
                    <a:alpha val="50323"/>
                  </a:schemeClr>
                </a:solidFill>
                <a:latin typeface="Aptos" panose="020B0004020202020204" pitchFamily="34" charset="0"/>
              </a:rPr>
              <a:t>© Perforce Software, Inc. All rights reserved.</a:t>
            </a:r>
          </a:p>
        </p:txBody>
      </p:sp>
    </p:spTree>
    <p:extLst>
      <p:ext uri="{BB962C8B-B14F-4D97-AF65-F5344CB8AC3E}">
        <p14:creationId xmlns:p14="http://schemas.microsoft.com/office/powerpoint/2010/main" val="36691912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64">
          <p15:clr>
            <a:srgbClr val="FBAE40"/>
          </p15:clr>
        </p15:guide>
        <p15:guide id="4" pos="7416">
          <p15:clr>
            <a:srgbClr val="FBAE40"/>
          </p15:clr>
        </p15:guide>
        <p15:guide id="5" orient="horz" pos="264">
          <p15:clr>
            <a:srgbClr val="FBAE40"/>
          </p15:clr>
        </p15:guide>
        <p15:guide id="6" orient="horz" pos="403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Divider, Light Theme">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B84EBB6-9652-68A6-315A-BC5F7A3E34BE}"/>
              </a:ext>
            </a:extLst>
          </p:cNvPr>
          <p:cNvSpPr>
            <a:spLocks noGrp="1"/>
          </p:cNvSpPr>
          <p:nvPr>
            <p:ph type="ctrTitle" hasCustomPrompt="1"/>
          </p:nvPr>
        </p:nvSpPr>
        <p:spPr>
          <a:xfrm>
            <a:off x="434480" y="2532226"/>
            <a:ext cx="5179511" cy="1793548"/>
          </a:xfrm>
        </p:spPr>
        <p:txBody>
          <a:bodyPr anchor="b"/>
          <a:lstStyle>
            <a:lvl1pPr algn="l">
              <a:defRPr sz="6000">
                <a:solidFill>
                  <a:srgbClr val="00003A"/>
                </a:solidFill>
              </a:defRPr>
            </a:lvl1pPr>
          </a:lstStyle>
          <a:p>
            <a:r>
              <a:rPr lang="en-US" dirty="0"/>
              <a:t>Section Divider Title</a:t>
            </a:r>
          </a:p>
        </p:txBody>
      </p:sp>
      <p:pic>
        <p:nvPicPr>
          <p:cNvPr id="2" name="Picture 1">
            <a:extLst>
              <a:ext uri="{FF2B5EF4-FFF2-40B4-BE49-F238E27FC236}">
                <a16:creationId xmlns:a16="http://schemas.microsoft.com/office/drawing/2014/main" id="{5A6079FA-2A88-F646-C703-71AECAAFABF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94576" y="6323031"/>
            <a:ext cx="1378324" cy="310608"/>
          </a:xfrm>
          <a:prstGeom prst="rect">
            <a:avLst/>
          </a:prstGeom>
        </p:spPr>
      </p:pic>
      <p:sp>
        <p:nvSpPr>
          <p:cNvPr id="4" name="Subtitle 2">
            <a:extLst>
              <a:ext uri="{FF2B5EF4-FFF2-40B4-BE49-F238E27FC236}">
                <a16:creationId xmlns:a16="http://schemas.microsoft.com/office/drawing/2014/main" id="{60C0B110-A236-25F1-8847-FF39C7F8DBFC}"/>
              </a:ext>
            </a:extLst>
          </p:cNvPr>
          <p:cNvSpPr txBox="1">
            <a:spLocks/>
          </p:cNvSpPr>
          <p:nvPr userDrawn="1"/>
        </p:nvSpPr>
        <p:spPr>
          <a:xfrm>
            <a:off x="96068" y="6529200"/>
            <a:ext cx="2554356" cy="20887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ibson Book" pitchFamily="2" charset="77"/>
                <a:ea typeface="Gibson Book" pitchFamily="2" charset="77"/>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Gibson Book" pitchFamily="2" charset="77"/>
                <a:ea typeface="Gibson Book" pitchFamily="2" charset="77"/>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Gibson Book" pitchFamily="2" charset="77"/>
                <a:ea typeface="Gibson Book" pitchFamily="2" charset="77"/>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800" b="0" i="0" spc="0" dirty="0">
                <a:solidFill>
                  <a:schemeClr val="bg1">
                    <a:alpha val="50323"/>
                  </a:schemeClr>
                </a:solidFill>
                <a:latin typeface="Aptos" panose="020B0004020202020204" pitchFamily="34" charset="0"/>
              </a:rPr>
              <a:t>© Perforce Software, Inc. All rights reserved.</a:t>
            </a:r>
          </a:p>
        </p:txBody>
      </p:sp>
      <p:pic>
        <p:nvPicPr>
          <p:cNvPr id="3" name="Picture 2">
            <a:extLst>
              <a:ext uri="{FF2B5EF4-FFF2-40B4-BE49-F238E27FC236}">
                <a16:creationId xmlns:a16="http://schemas.microsoft.com/office/drawing/2014/main" id="{F6870420-BCB9-B56E-A519-305B6BD3CB7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858000" y="0"/>
            <a:ext cx="5334000" cy="4325774"/>
          </a:xfrm>
          <a:prstGeom prst="rect">
            <a:avLst/>
          </a:prstGeom>
        </p:spPr>
      </p:pic>
    </p:spTree>
    <p:extLst>
      <p:ext uri="{BB962C8B-B14F-4D97-AF65-F5344CB8AC3E}">
        <p14:creationId xmlns:p14="http://schemas.microsoft.com/office/powerpoint/2010/main" val="32965679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64">
          <p15:clr>
            <a:srgbClr val="FBAE40"/>
          </p15:clr>
        </p15:guide>
        <p15:guide id="4" pos="7416">
          <p15:clr>
            <a:srgbClr val="FBAE40"/>
          </p15:clr>
        </p15:guide>
        <p15:guide id="5" orient="horz" pos="264">
          <p15:clr>
            <a:srgbClr val="FBAE40"/>
          </p15:clr>
        </p15:guide>
        <p15:guide id="6" orient="horz" pos="403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0/50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3E7B1A-AB0E-4C4A-76C4-702720F3BDF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flipH="1">
            <a:off x="0" y="2557943"/>
            <a:ext cx="4819778" cy="4300058"/>
          </a:xfrm>
          <a:prstGeom prst="rect">
            <a:avLst/>
          </a:prstGeom>
        </p:spPr>
      </p:pic>
      <p:pic>
        <p:nvPicPr>
          <p:cNvPr id="8" name="Graphic 7">
            <a:extLst>
              <a:ext uri="{FF2B5EF4-FFF2-40B4-BE49-F238E27FC236}">
                <a16:creationId xmlns:a16="http://schemas.microsoft.com/office/drawing/2014/main" id="{1F1DD04D-B919-CB5D-067F-1BE1C641654F}"/>
              </a:ext>
            </a:extLst>
          </p:cNvPr>
          <p:cNvPicPr>
            <a:picLocks noChangeAspect="1"/>
          </p:cNvPicPr>
          <p:nvPr userDrawn="1"/>
        </p:nvPicPr>
        <p:blipFill>
          <a:blip>
            <a:alphaModFix/>
            <a:extLst>
              <a:ext uri="{96DAC541-7B7A-43D3-8B79-37D633B846F1}">
                <asvg:svgBlip xmlns:asvg="http://schemas.microsoft.com/office/drawing/2016/SVG/main" r:embed="rId3"/>
              </a:ext>
            </a:extLst>
          </a:blip>
          <a:srcRect l="328" t="53875" r="79909" b="6"/>
          <a:stretch/>
        </p:blipFill>
        <p:spPr>
          <a:xfrm rot="16200000" flipH="1">
            <a:off x="177803" y="5173134"/>
            <a:ext cx="1507065" cy="1862669"/>
          </a:xfrm>
          <a:prstGeom prst="rect">
            <a:avLst/>
          </a:prstGeom>
        </p:spPr>
      </p:pic>
      <p:sp>
        <p:nvSpPr>
          <p:cNvPr id="4" name="Title 1">
            <a:extLst>
              <a:ext uri="{FF2B5EF4-FFF2-40B4-BE49-F238E27FC236}">
                <a16:creationId xmlns:a16="http://schemas.microsoft.com/office/drawing/2014/main" id="{FE4C4CFF-0ED1-9186-E5F3-705EC52EB2A9}"/>
              </a:ext>
            </a:extLst>
          </p:cNvPr>
          <p:cNvSpPr>
            <a:spLocks noGrp="1"/>
          </p:cNvSpPr>
          <p:nvPr>
            <p:ph type="ctrTitle"/>
          </p:nvPr>
        </p:nvSpPr>
        <p:spPr>
          <a:xfrm>
            <a:off x="434480" y="1639887"/>
            <a:ext cx="5179511" cy="2011575"/>
          </a:xfrm>
        </p:spPr>
        <p:txBody>
          <a:bodyPr anchor="t">
            <a:noAutofit/>
          </a:bodyPr>
          <a:lstStyle>
            <a:lvl1pPr algn="l">
              <a:defRPr sz="4000">
                <a:solidFill>
                  <a:srgbClr val="00003A"/>
                </a:solidFill>
              </a:defRPr>
            </a:lvl1pPr>
          </a:lstStyle>
          <a:p>
            <a:r>
              <a:rPr lang="en-US"/>
              <a:t>Click to edit Master title style</a:t>
            </a:r>
            <a:endParaRPr lang="en-US" dirty="0"/>
          </a:p>
        </p:txBody>
      </p:sp>
      <p:sp>
        <p:nvSpPr>
          <p:cNvPr id="9" name="Content Placeholder 8">
            <a:extLst>
              <a:ext uri="{FF2B5EF4-FFF2-40B4-BE49-F238E27FC236}">
                <a16:creationId xmlns:a16="http://schemas.microsoft.com/office/drawing/2014/main" id="{AE1BD371-F72D-8151-B1AB-A66DD660F0E8}"/>
              </a:ext>
            </a:extLst>
          </p:cNvPr>
          <p:cNvSpPr>
            <a:spLocks noGrp="1"/>
          </p:cNvSpPr>
          <p:nvPr>
            <p:ph sz="quarter" idx="11"/>
          </p:nvPr>
        </p:nvSpPr>
        <p:spPr>
          <a:xfrm>
            <a:off x="6096000" y="1639888"/>
            <a:ext cx="5335588" cy="3578225"/>
          </a:xfrm>
        </p:spPr>
        <p:txBody>
          <a:bodyPr/>
          <a:lstStyle>
            <a:lvl1pPr>
              <a:buClr>
                <a:schemeClr val="tx2"/>
              </a:buClr>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a:extLst>
              <a:ext uri="{FF2B5EF4-FFF2-40B4-BE49-F238E27FC236}">
                <a16:creationId xmlns:a16="http://schemas.microsoft.com/office/drawing/2014/main" id="{7DDE9C93-C6E6-06E4-8885-8EE03568CD14}"/>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394572" y="6323031"/>
            <a:ext cx="1378328" cy="310609"/>
          </a:xfrm>
          <a:prstGeom prst="rect">
            <a:avLst/>
          </a:prstGeom>
        </p:spPr>
      </p:pic>
      <p:sp>
        <p:nvSpPr>
          <p:cNvPr id="7" name="Subtitle 2">
            <a:extLst>
              <a:ext uri="{FF2B5EF4-FFF2-40B4-BE49-F238E27FC236}">
                <a16:creationId xmlns:a16="http://schemas.microsoft.com/office/drawing/2014/main" id="{FEA0017D-4486-B74B-F7D5-4762CCE3283C}"/>
              </a:ext>
            </a:extLst>
          </p:cNvPr>
          <p:cNvSpPr txBox="1">
            <a:spLocks/>
          </p:cNvSpPr>
          <p:nvPr userDrawn="1"/>
        </p:nvSpPr>
        <p:spPr>
          <a:xfrm>
            <a:off x="96068" y="6529200"/>
            <a:ext cx="2554356" cy="20887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ibson Book" pitchFamily="2" charset="77"/>
                <a:ea typeface="Gibson Book" pitchFamily="2" charset="77"/>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Gibson Book" pitchFamily="2" charset="77"/>
                <a:ea typeface="Gibson Book" pitchFamily="2" charset="77"/>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Gibson Book" pitchFamily="2" charset="77"/>
                <a:ea typeface="Gibson Book" pitchFamily="2" charset="77"/>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800" b="0" i="0" spc="0" dirty="0">
                <a:solidFill>
                  <a:schemeClr val="bg1">
                    <a:alpha val="50323"/>
                  </a:schemeClr>
                </a:solidFill>
                <a:latin typeface="Aptos" panose="020B0004020202020204" pitchFamily="34" charset="0"/>
              </a:rPr>
              <a:t>© Perforce Software, Inc. All rights reserved.</a:t>
            </a:r>
          </a:p>
        </p:txBody>
      </p:sp>
    </p:spTree>
    <p:extLst>
      <p:ext uri="{BB962C8B-B14F-4D97-AF65-F5344CB8AC3E}">
        <p14:creationId xmlns:p14="http://schemas.microsoft.com/office/powerpoint/2010/main" val="312058157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64">
          <p15:clr>
            <a:srgbClr val="FBAE40"/>
          </p15:clr>
        </p15:guide>
        <p15:guide id="4" pos="7416">
          <p15:clr>
            <a:srgbClr val="FBAE40"/>
          </p15:clr>
        </p15:guide>
        <p15:guide id="5" orient="horz" pos="264">
          <p15:clr>
            <a:srgbClr val="FBAE40"/>
          </p15:clr>
        </p15:guide>
        <p15:guide id="6" orient="horz" pos="403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0/50 Layout, Dark Theme">
    <p:bg>
      <p:bgPr>
        <a:gradFill>
          <a:gsLst>
            <a:gs pos="84000">
              <a:srgbClr val="3600C8"/>
            </a:gs>
            <a:gs pos="54000">
              <a:srgbClr val="1F008B"/>
            </a:gs>
            <a:gs pos="0">
              <a:srgbClr val="00003A">
                <a:lumMod val="100000"/>
              </a:srgbClr>
            </a:gs>
            <a:gs pos="100000">
              <a:srgbClr val="4C00FF">
                <a:lumMod val="99992"/>
                <a:lumOff val="8"/>
              </a:srgbClr>
            </a:gs>
          </a:gsLst>
          <a:lin ang="0" scaled="0"/>
        </a:gra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E14C409-2A15-5C3C-68DC-321BD447B81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flipH="1">
            <a:off x="0" y="2557943"/>
            <a:ext cx="4819778" cy="4300058"/>
          </a:xfrm>
          <a:prstGeom prst="rect">
            <a:avLst/>
          </a:prstGeom>
        </p:spPr>
      </p:pic>
      <p:sp>
        <p:nvSpPr>
          <p:cNvPr id="4" name="Content Placeholder 8">
            <a:extLst>
              <a:ext uri="{FF2B5EF4-FFF2-40B4-BE49-F238E27FC236}">
                <a16:creationId xmlns:a16="http://schemas.microsoft.com/office/drawing/2014/main" id="{59E2AE1A-2EEE-80DC-4A68-3E5972F3A75C}"/>
              </a:ext>
            </a:extLst>
          </p:cNvPr>
          <p:cNvSpPr>
            <a:spLocks noGrp="1"/>
          </p:cNvSpPr>
          <p:nvPr>
            <p:ph sz="quarter" idx="11"/>
          </p:nvPr>
        </p:nvSpPr>
        <p:spPr>
          <a:xfrm>
            <a:off x="6096000" y="1639888"/>
            <a:ext cx="5335588" cy="3578225"/>
          </a:xfrm>
        </p:spPr>
        <p:txBody>
          <a:bodyPr/>
          <a:lstStyle>
            <a:lvl1pPr>
              <a:buClr>
                <a:schemeClr val="accent4"/>
              </a:buClr>
              <a:defRPr>
                <a:solidFill>
                  <a:schemeClr val="bg1"/>
                </a:solidFill>
              </a:defRPr>
            </a:lvl1pPr>
            <a:lvl2pPr>
              <a:buClr>
                <a:schemeClr val="accent4"/>
              </a:buClr>
              <a:defRPr>
                <a:solidFill>
                  <a:schemeClr val="bg1"/>
                </a:solidFill>
              </a:defRPr>
            </a:lvl2pPr>
            <a:lvl3pPr>
              <a:buClr>
                <a:schemeClr val="accent4"/>
              </a:buClr>
              <a:defRPr>
                <a:solidFill>
                  <a:schemeClr val="bg1"/>
                </a:solidFill>
              </a:defRPr>
            </a:lvl3pPr>
            <a:lvl4pPr>
              <a:buClr>
                <a:schemeClr val="accent4"/>
              </a:buClr>
              <a:defRPr>
                <a:solidFill>
                  <a:schemeClr val="bg1"/>
                </a:solidFill>
              </a:defRPr>
            </a:lvl4pPr>
            <a:lvl5pPr>
              <a:buClr>
                <a:schemeClr val="accent4"/>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1">
            <a:extLst>
              <a:ext uri="{FF2B5EF4-FFF2-40B4-BE49-F238E27FC236}">
                <a16:creationId xmlns:a16="http://schemas.microsoft.com/office/drawing/2014/main" id="{562A9BBF-C5F7-C6BA-1B7F-3BAB2FE6A353}"/>
              </a:ext>
            </a:extLst>
          </p:cNvPr>
          <p:cNvSpPr>
            <a:spLocks noGrp="1"/>
          </p:cNvSpPr>
          <p:nvPr>
            <p:ph type="ctrTitle"/>
          </p:nvPr>
        </p:nvSpPr>
        <p:spPr>
          <a:xfrm>
            <a:off x="434480" y="1639888"/>
            <a:ext cx="5179511" cy="2152724"/>
          </a:xfrm>
        </p:spPr>
        <p:txBody>
          <a:bodyPr anchor="t">
            <a:noAutofit/>
          </a:bodyPr>
          <a:lstStyle>
            <a:lvl1pPr algn="l">
              <a:defRPr sz="4000">
                <a:solidFill>
                  <a:schemeClr val="bg1"/>
                </a:solidFill>
              </a:defRPr>
            </a:lvl1pPr>
          </a:lstStyle>
          <a:p>
            <a:r>
              <a:rPr lang="en-US"/>
              <a:t>Click to edit Master title style</a:t>
            </a:r>
            <a:endParaRPr lang="en-US" dirty="0"/>
          </a:p>
        </p:txBody>
      </p:sp>
      <p:pic>
        <p:nvPicPr>
          <p:cNvPr id="2" name="Picture 1">
            <a:extLst>
              <a:ext uri="{FF2B5EF4-FFF2-40B4-BE49-F238E27FC236}">
                <a16:creationId xmlns:a16="http://schemas.microsoft.com/office/drawing/2014/main" id="{F3A4FB9B-E2B3-80BF-260F-FEA76B4964E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94576" y="6323031"/>
            <a:ext cx="1378324" cy="310608"/>
          </a:xfrm>
          <a:prstGeom prst="rect">
            <a:avLst/>
          </a:prstGeom>
        </p:spPr>
      </p:pic>
      <p:sp>
        <p:nvSpPr>
          <p:cNvPr id="5" name="Subtitle 2">
            <a:extLst>
              <a:ext uri="{FF2B5EF4-FFF2-40B4-BE49-F238E27FC236}">
                <a16:creationId xmlns:a16="http://schemas.microsoft.com/office/drawing/2014/main" id="{82BBEDC4-ADA9-A3A0-AADD-35352296B65A}"/>
              </a:ext>
            </a:extLst>
          </p:cNvPr>
          <p:cNvSpPr txBox="1">
            <a:spLocks/>
          </p:cNvSpPr>
          <p:nvPr userDrawn="1"/>
        </p:nvSpPr>
        <p:spPr>
          <a:xfrm>
            <a:off x="96068" y="6529200"/>
            <a:ext cx="2554356" cy="20887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ibson Book" pitchFamily="2" charset="77"/>
                <a:ea typeface="Gibson Book" pitchFamily="2" charset="77"/>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Gibson Book" pitchFamily="2" charset="77"/>
                <a:ea typeface="Gibson Book" pitchFamily="2" charset="77"/>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Gibson Book" pitchFamily="2" charset="77"/>
                <a:ea typeface="Gibson Book" pitchFamily="2" charset="77"/>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800" b="0" i="0" spc="0" dirty="0">
                <a:solidFill>
                  <a:schemeClr val="bg1">
                    <a:alpha val="50323"/>
                  </a:schemeClr>
                </a:solidFill>
                <a:latin typeface="Aptos" panose="020B0004020202020204" pitchFamily="34" charset="0"/>
              </a:rPr>
              <a:t>© Perforce Software, Inc. All rights reserved.</a:t>
            </a:r>
          </a:p>
        </p:txBody>
      </p:sp>
    </p:spTree>
    <p:extLst>
      <p:ext uri="{BB962C8B-B14F-4D97-AF65-F5344CB8AC3E}">
        <p14:creationId xmlns:p14="http://schemas.microsoft.com/office/powerpoint/2010/main" val="22419670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64">
          <p15:clr>
            <a:srgbClr val="FBAE40"/>
          </p15:clr>
        </p15:guide>
        <p15:guide id="4" pos="7416">
          <p15:clr>
            <a:srgbClr val="FBAE40"/>
          </p15:clr>
        </p15:guide>
        <p15:guide id="5" orient="horz" pos="264">
          <p15:clr>
            <a:srgbClr val="FBAE40"/>
          </p15:clr>
        </p15:guide>
        <p15:guide id="6" orient="horz" pos="403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A975A3-6BB3-F153-22A1-D72D38B07CC4}"/>
              </a:ext>
            </a:extLst>
          </p:cNvPr>
          <p:cNvSpPr>
            <a:spLocks noGrp="1"/>
          </p:cNvSpPr>
          <p:nvPr>
            <p:ph idx="1"/>
          </p:nvPr>
        </p:nvSpPr>
        <p:spPr>
          <a:xfrm>
            <a:off x="434340" y="1625600"/>
            <a:ext cx="11338560" cy="4574800"/>
          </a:xfrm>
        </p:spPr>
        <p:txBody>
          <a:bodyPr lIns="182880" tIns="182880" rIns="182880" bIns="182880"/>
          <a:lstStyle>
            <a:lvl1pPr marL="228600" marR="0"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None/>
              <a:tabLst/>
              <a:defRPr sz="1800"/>
            </a:lvl1pPr>
            <a:lvl3pPr>
              <a:defRPr sz="1600"/>
            </a:lvl3pPr>
            <a:lvl4pPr>
              <a:defRPr sz="1400"/>
            </a:lvl4pPr>
            <a:lvl5pPr>
              <a:defRPr sz="1400"/>
            </a:lvl5pPr>
            <a:lvl7pPr>
              <a:defRPr sz="1400"/>
            </a:lvl7pPr>
            <a:lvl9pPr>
              <a:defRPr sz="1200"/>
            </a:lvl9pPr>
          </a:lstStyle>
          <a:p>
            <a:pPr marL="228600" marR="0" lvl="0"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Click to edit Master text styles</a:t>
            </a:r>
          </a:p>
          <a:p>
            <a:pPr marL="228600" marR="0" lvl="1"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Second level</a:t>
            </a:r>
          </a:p>
          <a:p>
            <a:pPr marL="228600" marR="0" lvl="2"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Third level</a:t>
            </a:r>
          </a:p>
          <a:p>
            <a:pPr marL="228600" marR="0" lvl="3"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Fourth level</a:t>
            </a:r>
          </a:p>
          <a:p>
            <a:pPr marL="228600" marR="0" lvl="4"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Fifth level</a:t>
            </a:r>
            <a:endParaRPr lang="en-US" dirty="0"/>
          </a:p>
        </p:txBody>
      </p:sp>
      <p:pic>
        <p:nvPicPr>
          <p:cNvPr id="5" name="Picture 4">
            <a:extLst>
              <a:ext uri="{FF2B5EF4-FFF2-40B4-BE49-F238E27FC236}">
                <a16:creationId xmlns:a16="http://schemas.microsoft.com/office/drawing/2014/main" id="{0E6B36C6-F812-83B0-48C0-69D41CAFCF6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94572" y="6323031"/>
            <a:ext cx="1378328" cy="310609"/>
          </a:xfrm>
          <a:prstGeom prst="rect">
            <a:avLst/>
          </a:prstGeom>
        </p:spPr>
      </p:pic>
      <p:sp>
        <p:nvSpPr>
          <p:cNvPr id="11" name="Title 1">
            <a:extLst>
              <a:ext uri="{FF2B5EF4-FFF2-40B4-BE49-F238E27FC236}">
                <a16:creationId xmlns:a16="http://schemas.microsoft.com/office/drawing/2014/main" id="{61AF94B1-39C5-6D49-1047-5CFCC78815A1}"/>
              </a:ext>
            </a:extLst>
          </p:cNvPr>
          <p:cNvSpPr>
            <a:spLocks noGrp="1"/>
          </p:cNvSpPr>
          <p:nvPr>
            <p:ph type="ctrTitle"/>
          </p:nvPr>
        </p:nvSpPr>
        <p:spPr>
          <a:xfrm>
            <a:off x="434480" y="474114"/>
            <a:ext cx="11338420" cy="456190"/>
          </a:xfrm>
        </p:spPr>
        <p:txBody>
          <a:bodyPr anchor="t">
            <a:noAutofit/>
          </a:bodyPr>
          <a:lstStyle>
            <a:lvl1pPr algn="l">
              <a:defRPr sz="4000">
                <a:solidFill>
                  <a:schemeClr val="tx1"/>
                </a:solidFill>
              </a:defRPr>
            </a:lvl1pPr>
          </a:lstStyle>
          <a:p>
            <a:r>
              <a:rPr lang="en-US"/>
              <a:t>Click to edit Master title style</a:t>
            </a:r>
            <a:endParaRPr lang="en-US" dirty="0"/>
          </a:p>
        </p:txBody>
      </p:sp>
      <p:sp>
        <p:nvSpPr>
          <p:cNvPr id="2" name="Subtitle 2">
            <a:extLst>
              <a:ext uri="{FF2B5EF4-FFF2-40B4-BE49-F238E27FC236}">
                <a16:creationId xmlns:a16="http://schemas.microsoft.com/office/drawing/2014/main" id="{02B11DF8-0DDB-E506-0291-DCD29A755E46}"/>
              </a:ext>
            </a:extLst>
          </p:cNvPr>
          <p:cNvSpPr txBox="1">
            <a:spLocks/>
          </p:cNvSpPr>
          <p:nvPr userDrawn="1"/>
        </p:nvSpPr>
        <p:spPr>
          <a:xfrm>
            <a:off x="96068" y="6529200"/>
            <a:ext cx="2554356" cy="20887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ibson Book" pitchFamily="2" charset="77"/>
                <a:ea typeface="Gibson Book" pitchFamily="2" charset="77"/>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Gibson Book" pitchFamily="2" charset="77"/>
                <a:ea typeface="Gibson Book" pitchFamily="2" charset="77"/>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Gibson Book" pitchFamily="2" charset="77"/>
                <a:ea typeface="Gibson Book" pitchFamily="2" charset="77"/>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800" b="0" i="0" spc="0" dirty="0">
                <a:solidFill>
                  <a:schemeClr val="tx1">
                    <a:alpha val="50000"/>
                  </a:schemeClr>
                </a:solidFill>
                <a:latin typeface="Aptos" panose="020B0004020202020204" pitchFamily="34" charset="0"/>
              </a:rPr>
              <a:t>© Perforce Software, Inc. All rights reserved.</a:t>
            </a:r>
          </a:p>
        </p:txBody>
      </p:sp>
      <p:sp>
        <p:nvSpPr>
          <p:cNvPr id="4" name="Text Placeholder 12">
            <a:extLst>
              <a:ext uri="{FF2B5EF4-FFF2-40B4-BE49-F238E27FC236}">
                <a16:creationId xmlns:a16="http://schemas.microsoft.com/office/drawing/2014/main" id="{4775630A-FD47-29E1-4370-3CCB179612BB}"/>
              </a:ext>
            </a:extLst>
          </p:cNvPr>
          <p:cNvSpPr>
            <a:spLocks noGrp="1"/>
          </p:cNvSpPr>
          <p:nvPr>
            <p:ph type="body" sz="quarter" idx="10" hasCustomPrompt="1"/>
          </p:nvPr>
        </p:nvSpPr>
        <p:spPr>
          <a:xfrm>
            <a:off x="419100" y="1020419"/>
            <a:ext cx="11353800" cy="347133"/>
          </a:xfrm>
        </p:spPr>
        <p:txBody>
          <a:bodyPr>
            <a:noAutofit/>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dirty="0"/>
              <a:t>Slide Sub Title</a:t>
            </a:r>
          </a:p>
        </p:txBody>
      </p:sp>
    </p:spTree>
    <p:extLst>
      <p:ext uri="{BB962C8B-B14F-4D97-AF65-F5344CB8AC3E}">
        <p14:creationId xmlns:p14="http://schemas.microsoft.com/office/powerpoint/2010/main" val="22231618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Dark Theme">
    <p:bg>
      <p:bgPr>
        <a:gradFill>
          <a:gsLst>
            <a:gs pos="100000">
              <a:srgbClr val="3600C8"/>
            </a:gs>
            <a:gs pos="86000">
              <a:srgbClr val="1F008B"/>
            </a:gs>
            <a:gs pos="54000">
              <a:srgbClr val="00003A">
                <a:lumMod val="100000"/>
              </a:srgbClr>
            </a:gs>
            <a:gs pos="100000">
              <a:srgbClr val="4C00FF">
                <a:lumMod val="99992"/>
                <a:lumOff val="8"/>
              </a:srgbClr>
            </a:gs>
          </a:gsLst>
          <a:lin ang="5400000" scaled="0"/>
        </a:gra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ED74BF3-7D14-5710-21EC-C36227ECE02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94576" y="6323031"/>
            <a:ext cx="1378324" cy="310608"/>
          </a:xfrm>
          <a:prstGeom prst="rect">
            <a:avLst/>
          </a:prstGeom>
        </p:spPr>
      </p:pic>
      <p:sp>
        <p:nvSpPr>
          <p:cNvPr id="2" name="Subtitle 2">
            <a:extLst>
              <a:ext uri="{FF2B5EF4-FFF2-40B4-BE49-F238E27FC236}">
                <a16:creationId xmlns:a16="http://schemas.microsoft.com/office/drawing/2014/main" id="{BC9FD56C-FC32-6E7B-DB9C-267993E809C6}"/>
              </a:ext>
            </a:extLst>
          </p:cNvPr>
          <p:cNvSpPr txBox="1">
            <a:spLocks/>
          </p:cNvSpPr>
          <p:nvPr userDrawn="1"/>
        </p:nvSpPr>
        <p:spPr>
          <a:xfrm>
            <a:off x="96068" y="6529200"/>
            <a:ext cx="2554356" cy="20887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ibson Book" pitchFamily="2" charset="77"/>
                <a:ea typeface="Gibson Book" pitchFamily="2" charset="77"/>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Gibson Book" pitchFamily="2" charset="77"/>
                <a:ea typeface="Gibson Book" pitchFamily="2" charset="77"/>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Gibson Book" pitchFamily="2" charset="77"/>
                <a:ea typeface="Gibson Book" pitchFamily="2" charset="77"/>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800" b="0" i="0" spc="0" dirty="0">
                <a:solidFill>
                  <a:schemeClr val="bg1">
                    <a:alpha val="50323"/>
                  </a:schemeClr>
                </a:solidFill>
                <a:latin typeface="Aptos" panose="020B0004020202020204" pitchFamily="34" charset="0"/>
              </a:rPr>
              <a:t>© Perforce Software, Inc. All rights reserved.</a:t>
            </a:r>
          </a:p>
        </p:txBody>
      </p:sp>
      <p:sp>
        <p:nvSpPr>
          <p:cNvPr id="3" name="Title 1">
            <a:extLst>
              <a:ext uri="{FF2B5EF4-FFF2-40B4-BE49-F238E27FC236}">
                <a16:creationId xmlns:a16="http://schemas.microsoft.com/office/drawing/2014/main" id="{03A182F1-AA91-EEB2-05C8-0A88DB3A5CE8}"/>
              </a:ext>
            </a:extLst>
          </p:cNvPr>
          <p:cNvSpPr>
            <a:spLocks noGrp="1"/>
          </p:cNvSpPr>
          <p:nvPr>
            <p:ph type="title"/>
          </p:nvPr>
        </p:nvSpPr>
        <p:spPr>
          <a:xfrm>
            <a:off x="419100" y="474113"/>
            <a:ext cx="11359682" cy="457200"/>
          </a:xfrm>
        </p:spPr>
        <p:txBody>
          <a:bodyPr anchor="t">
            <a:noAutofit/>
          </a:bodyPr>
          <a:lstStyle>
            <a:lvl1pPr>
              <a:defRPr sz="4000">
                <a:solidFill>
                  <a:schemeClr val="bg2"/>
                </a:solidFill>
              </a:defRPr>
            </a:lvl1pPr>
          </a:lstStyle>
          <a:p>
            <a:r>
              <a:rPr lang="en-US"/>
              <a:t>Click to edit Master title style</a:t>
            </a:r>
            <a:endParaRPr lang="en-US" dirty="0"/>
          </a:p>
        </p:txBody>
      </p:sp>
      <p:sp>
        <p:nvSpPr>
          <p:cNvPr id="6" name="Text Placeholder 12">
            <a:extLst>
              <a:ext uri="{FF2B5EF4-FFF2-40B4-BE49-F238E27FC236}">
                <a16:creationId xmlns:a16="http://schemas.microsoft.com/office/drawing/2014/main" id="{DC4C78F6-593D-9C1A-EBD6-9F241F455F30}"/>
              </a:ext>
            </a:extLst>
          </p:cNvPr>
          <p:cNvSpPr>
            <a:spLocks noGrp="1"/>
          </p:cNvSpPr>
          <p:nvPr>
            <p:ph type="body" sz="quarter" idx="10" hasCustomPrompt="1"/>
          </p:nvPr>
        </p:nvSpPr>
        <p:spPr>
          <a:xfrm>
            <a:off x="419100" y="1020418"/>
            <a:ext cx="11353800" cy="347133"/>
          </a:xfrm>
        </p:spPr>
        <p:txBody>
          <a:bodyPr>
            <a:noAutofit/>
          </a:bodyPr>
          <a:lstStyle>
            <a:lvl1pPr marL="0" indent="0">
              <a:buNone/>
              <a:defRPr sz="200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Slide Sub Title</a:t>
            </a:r>
          </a:p>
        </p:txBody>
      </p:sp>
      <p:sp>
        <p:nvSpPr>
          <p:cNvPr id="7" name="Content Placeholder 2">
            <a:extLst>
              <a:ext uri="{FF2B5EF4-FFF2-40B4-BE49-F238E27FC236}">
                <a16:creationId xmlns:a16="http://schemas.microsoft.com/office/drawing/2014/main" id="{5B69C9D3-29F0-E65D-84C2-F7E90D4AB6CB}"/>
              </a:ext>
            </a:extLst>
          </p:cNvPr>
          <p:cNvSpPr>
            <a:spLocks noGrp="1"/>
          </p:cNvSpPr>
          <p:nvPr>
            <p:ph idx="1"/>
          </p:nvPr>
        </p:nvSpPr>
        <p:spPr>
          <a:xfrm>
            <a:off x="434340" y="1625600"/>
            <a:ext cx="11338560" cy="4574800"/>
          </a:xfrm>
        </p:spPr>
        <p:txBody>
          <a:bodyPr/>
          <a:lstStyle>
            <a:lvl1pPr marL="228600" marR="0" indent="-228600" algn="l" defTabSz="914400" rtl="0" eaLnBrk="1" fontAlgn="auto" latinLnBrk="0" hangingPunct="1">
              <a:lnSpc>
                <a:spcPct val="100000"/>
              </a:lnSpc>
              <a:spcBef>
                <a:spcPts val="1000"/>
              </a:spcBef>
              <a:spcAft>
                <a:spcPts val="600"/>
              </a:spcAft>
              <a:buClr>
                <a:srgbClr val="00FCCC"/>
              </a:buClr>
              <a:buSzTx/>
              <a:buFont typeface="Arial" panose="020B0604020202020204" pitchFamily="34" charset="0"/>
              <a:buNone/>
              <a:tabLst/>
              <a:defRPr sz="1800">
                <a:solidFill>
                  <a:schemeClr val="bg1"/>
                </a:solidFill>
              </a:defRPr>
            </a:lvl1pPr>
            <a:lvl2pPr>
              <a:buClr>
                <a:srgbClr val="00FCCC"/>
              </a:buClr>
              <a:defRPr>
                <a:solidFill>
                  <a:schemeClr val="bg1"/>
                </a:solidFill>
              </a:defRPr>
            </a:lvl2pPr>
            <a:lvl3pPr>
              <a:buClr>
                <a:srgbClr val="00FCCC"/>
              </a:buClr>
              <a:defRPr sz="1400">
                <a:solidFill>
                  <a:schemeClr val="bg1"/>
                </a:solidFill>
              </a:defRPr>
            </a:lvl3pPr>
            <a:lvl4pPr>
              <a:buClr>
                <a:srgbClr val="00FCCC"/>
              </a:buClr>
              <a:defRPr sz="1400">
                <a:solidFill>
                  <a:schemeClr val="bg1"/>
                </a:solidFill>
              </a:defRPr>
            </a:lvl4pPr>
            <a:lvl5pPr>
              <a:buClr>
                <a:srgbClr val="00FCCC"/>
              </a:buClr>
              <a:defRPr sz="1200">
                <a:solidFill>
                  <a:schemeClr val="bg1"/>
                </a:solidFill>
              </a:defRPr>
            </a:lvl5pPr>
          </a:lstStyle>
          <a:p>
            <a:pPr marL="228600" marR="0" lvl="0"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Click to edit Master text styles</a:t>
            </a:r>
          </a:p>
          <a:p>
            <a:pPr marL="228600" marR="0" lvl="1"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Second level</a:t>
            </a:r>
          </a:p>
          <a:p>
            <a:pPr marL="228600" marR="0" lvl="2"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Third level</a:t>
            </a:r>
          </a:p>
          <a:p>
            <a:pPr marL="228600" marR="0" lvl="3"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Fourth level</a:t>
            </a:r>
          </a:p>
          <a:p>
            <a:pPr marL="228600" marR="0" lvl="4" indent="-228600" algn="l" defTabSz="914400" rtl="0" eaLnBrk="1" fontAlgn="auto" latinLnBrk="0" hangingPunct="1">
              <a:lnSpc>
                <a:spcPct val="100000"/>
              </a:lnSpc>
              <a:spcBef>
                <a:spcPts val="1000"/>
              </a:spcBef>
              <a:spcAft>
                <a:spcPts val="600"/>
              </a:spcAft>
              <a:buClr>
                <a:schemeClr val="tx2"/>
              </a:buClr>
              <a:buSzTx/>
              <a:buFont typeface="Arial" panose="020B0604020202020204" pitchFamily="34" charset="0"/>
              <a:buChar char="•"/>
              <a:tabLst/>
              <a:defRPr/>
            </a:pPr>
            <a:r>
              <a:rPr lang="en-US"/>
              <a:t>Fifth level</a:t>
            </a:r>
            <a:endParaRPr lang="en-US" dirty="0"/>
          </a:p>
        </p:txBody>
      </p:sp>
    </p:spTree>
    <p:extLst>
      <p:ext uri="{BB962C8B-B14F-4D97-AF65-F5344CB8AC3E}">
        <p14:creationId xmlns:p14="http://schemas.microsoft.com/office/powerpoint/2010/main" val="9802733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50/50 Imag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9400244-FF6E-959F-3CD1-A34D24FB6833}"/>
              </a:ext>
            </a:extLst>
          </p:cNvPr>
          <p:cNvSpPr>
            <a:spLocks noGrp="1"/>
          </p:cNvSpPr>
          <p:nvPr>
            <p:ph type="body" idx="1"/>
          </p:nvPr>
        </p:nvSpPr>
        <p:spPr>
          <a:xfrm>
            <a:off x="419100" y="1735138"/>
            <a:ext cx="5571800" cy="823912"/>
          </a:xfrm>
        </p:spPr>
        <p:txBody>
          <a:bodyPr lIns="182880" tIns="137160" rIns="182880" bIns="137160"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E44D9B-BC40-DEFB-0CFD-D875D1E48333}"/>
              </a:ext>
            </a:extLst>
          </p:cNvPr>
          <p:cNvSpPr>
            <a:spLocks noGrp="1"/>
          </p:cNvSpPr>
          <p:nvPr>
            <p:ph sz="half" idx="2"/>
          </p:nvPr>
        </p:nvSpPr>
        <p:spPr>
          <a:xfrm>
            <a:off x="419100" y="2705417"/>
            <a:ext cx="5571800" cy="3486353"/>
          </a:xfrm>
        </p:spPr>
        <p:txBody>
          <a:bodyPr lIns="182880" tIns="182880" rIns="182880" bIns="18288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a:extLst>
              <a:ext uri="{FF2B5EF4-FFF2-40B4-BE49-F238E27FC236}">
                <a16:creationId xmlns:a16="http://schemas.microsoft.com/office/drawing/2014/main" id="{17B6C84D-26DE-F27F-354B-9A5EC82415F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94572" y="6323031"/>
            <a:ext cx="1378328" cy="310609"/>
          </a:xfrm>
          <a:prstGeom prst="rect">
            <a:avLst/>
          </a:prstGeom>
        </p:spPr>
      </p:pic>
      <p:sp>
        <p:nvSpPr>
          <p:cNvPr id="2" name="Subtitle 2">
            <a:extLst>
              <a:ext uri="{FF2B5EF4-FFF2-40B4-BE49-F238E27FC236}">
                <a16:creationId xmlns:a16="http://schemas.microsoft.com/office/drawing/2014/main" id="{816E3847-5A58-734A-67A8-4AD2C32292E8}"/>
              </a:ext>
            </a:extLst>
          </p:cNvPr>
          <p:cNvSpPr txBox="1">
            <a:spLocks/>
          </p:cNvSpPr>
          <p:nvPr userDrawn="1"/>
        </p:nvSpPr>
        <p:spPr>
          <a:xfrm>
            <a:off x="96068" y="6529200"/>
            <a:ext cx="2554356" cy="20887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ibson Book" pitchFamily="2" charset="77"/>
                <a:ea typeface="Gibson Book" pitchFamily="2" charset="77"/>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Gibson Book" pitchFamily="2" charset="77"/>
                <a:ea typeface="Gibson Book" pitchFamily="2" charset="77"/>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Gibson Book" pitchFamily="2" charset="77"/>
                <a:ea typeface="Gibson Book" pitchFamily="2" charset="77"/>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800" b="0" i="0" spc="0" dirty="0">
                <a:solidFill>
                  <a:schemeClr val="tx1">
                    <a:alpha val="50000"/>
                  </a:schemeClr>
                </a:solidFill>
                <a:latin typeface="Aptos" panose="020B0004020202020204" pitchFamily="34" charset="0"/>
              </a:rPr>
              <a:t>© Perforce Software, Inc. All rights reserved.</a:t>
            </a:r>
          </a:p>
        </p:txBody>
      </p:sp>
      <p:sp>
        <p:nvSpPr>
          <p:cNvPr id="7" name="Title 1">
            <a:extLst>
              <a:ext uri="{FF2B5EF4-FFF2-40B4-BE49-F238E27FC236}">
                <a16:creationId xmlns:a16="http://schemas.microsoft.com/office/drawing/2014/main" id="{5CD9E5CD-0CF2-D868-76AF-BEC2B83A0030}"/>
              </a:ext>
            </a:extLst>
          </p:cNvPr>
          <p:cNvSpPr>
            <a:spLocks noGrp="1"/>
          </p:cNvSpPr>
          <p:nvPr>
            <p:ph type="title"/>
          </p:nvPr>
        </p:nvSpPr>
        <p:spPr>
          <a:xfrm>
            <a:off x="419100" y="474113"/>
            <a:ext cx="11359682" cy="457200"/>
          </a:xfrm>
        </p:spPr>
        <p:txBody>
          <a:bodyPr anchor="t">
            <a:noAutofit/>
          </a:bodyPr>
          <a:lstStyle>
            <a:lvl1pPr>
              <a:defRPr sz="4000">
                <a:solidFill>
                  <a:schemeClr val="tx1"/>
                </a:solidFill>
              </a:defRPr>
            </a:lvl1pPr>
          </a:lstStyle>
          <a:p>
            <a:r>
              <a:rPr lang="en-US"/>
              <a:t>Click to edit Master title style</a:t>
            </a:r>
            <a:endParaRPr lang="en-US" dirty="0"/>
          </a:p>
        </p:txBody>
      </p:sp>
      <p:sp>
        <p:nvSpPr>
          <p:cNvPr id="10" name="Text Placeholder 12">
            <a:extLst>
              <a:ext uri="{FF2B5EF4-FFF2-40B4-BE49-F238E27FC236}">
                <a16:creationId xmlns:a16="http://schemas.microsoft.com/office/drawing/2014/main" id="{E50B006A-D38E-D671-2D7C-BB659BC90DF6}"/>
              </a:ext>
            </a:extLst>
          </p:cNvPr>
          <p:cNvSpPr>
            <a:spLocks noGrp="1"/>
          </p:cNvSpPr>
          <p:nvPr>
            <p:ph type="body" sz="quarter" idx="11" hasCustomPrompt="1"/>
          </p:nvPr>
        </p:nvSpPr>
        <p:spPr>
          <a:xfrm>
            <a:off x="419100" y="1020418"/>
            <a:ext cx="11353800" cy="347133"/>
          </a:xfrm>
        </p:spPr>
        <p:txBody>
          <a:bodyPr>
            <a:noAutofit/>
          </a:bodyPr>
          <a:lstStyle>
            <a:lvl1pPr marL="0" indent="0">
              <a:buNone/>
              <a:defRPr sz="20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Slide Sub Title</a:t>
            </a:r>
          </a:p>
        </p:txBody>
      </p:sp>
      <p:sp>
        <p:nvSpPr>
          <p:cNvPr id="11" name="Picture Placeholder 6">
            <a:extLst>
              <a:ext uri="{FF2B5EF4-FFF2-40B4-BE49-F238E27FC236}">
                <a16:creationId xmlns:a16="http://schemas.microsoft.com/office/drawing/2014/main" id="{59A276D9-8964-6F8D-9CBD-0B6F716FD414}"/>
              </a:ext>
            </a:extLst>
          </p:cNvPr>
          <p:cNvSpPr>
            <a:spLocks noGrp="1"/>
          </p:cNvSpPr>
          <p:nvPr>
            <p:ph type="pic" sz="quarter" idx="17"/>
          </p:nvPr>
        </p:nvSpPr>
        <p:spPr>
          <a:xfrm>
            <a:off x="6182796" y="1735138"/>
            <a:ext cx="5571800" cy="4017962"/>
          </a:xfrm>
          <a:prstGeom prst="roundRect">
            <a:avLst>
              <a:gd name="adj" fmla="val 7929"/>
            </a:avLst>
          </a:prstGeom>
          <a:effectLst>
            <a:outerShdw blurRad="254000" dist="127000" dir="2700000" algn="tl" rotWithShape="0">
              <a:prstClr val="black">
                <a:alpha val="20000"/>
              </a:prstClr>
            </a:outerShdw>
          </a:effectLst>
        </p:spPr>
        <p:txBody>
          <a:bodyPr/>
          <a:lstStyle/>
          <a:p>
            <a:r>
              <a:rPr lang="en-US"/>
              <a:t>Click icon to add picture</a:t>
            </a:r>
          </a:p>
        </p:txBody>
      </p:sp>
    </p:spTree>
    <p:extLst>
      <p:ext uri="{BB962C8B-B14F-4D97-AF65-F5344CB8AC3E}">
        <p14:creationId xmlns:p14="http://schemas.microsoft.com/office/powerpoint/2010/main" val="37468107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50/50 Layou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9400244-FF6E-959F-3CD1-A34D24FB6833}"/>
              </a:ext>
            </a:extLst>
          </p:cNvPr>
          <p:cNvSpPr>
            <a:spLocks noGrp="1"/>
          </p:cNvSpPr>
          <p:nvPr>
            <p:ph type="body" idx="1"/>
          </p:nvPr>
        </p:nvSpPr>
        <p:spPr>
          <a:xfrm>
            <a:off x="419100" y="1735138"/>
            <a:ext cx="5571800" cy="823912"/>
          </a:xfrm>
        </p:spPr>
        <p:txBody>
          <a:bodyPr lIns="182880" tIns="137160" rIns="182880" bIns="137160"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E44D9B-BC40-DEFB-0CFD-D875D1E48333}"/>
              </a:ext>
            </a:extLst>
          </p:cNvPr>
          <p:cNvSpPr>
            <a:spLocks noGrp="1"/>
          </p:cNvSpPr>
          <p:nvPr>
            <p:ph sz="half" idx="2"/>
          </p:nvPr>
        </p:nvSpPr>
        <p:spPr>
          <a:xfrm>
            <a:off x="419100" y="2705417"/>
            <a:ext cx="5571800" cy="3486353"/>
          </a:xfrm>
        </p:spPr>
        <p:txBody>
          <a:bodyPr lIns="182880" tIns="182880" rIns="182880" bIns="18288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0554356-3194-FDD4-059E-C40142809B19}"/>
              </a:ext>
            </a:extLst>
          </p:cNvPr>
          <p:cNvSpPr>
            <a:spLocks noGrp="1"/>
          </p:cNvSpPr>
          <p:nvPr>
            <p:ph type="body" sz="quarter" idx="3"/>
          </p:nvPr>
        </p:nvSpPr>
        <p:spPr>
          <a:xfrm>
            <a:off x="6182796" y="1744663"/>
            <a:ext cx="5599240" cy="823912"/>
          </a:xfrm>
        </p:spPr>
        <p:txBody>
          <a:bodyPr lIns="182880" tIns="137160" rIns="182880" bIns="137160"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B68ED4-3A85-ED32-83B9-877597D470E2}"/>
              </a:ext>
            </a:extLst>
          </p:cNvPr>
          <p:cNvSpPr>
            <a:spLocks noGrp="1"/>
          </p:cNvSpPr>
          <p:nvPr>
            <p:ph sz="quarter" idx="4"/>
          </p:nvPr>
        </p:nvSpPr>
        <p:spPr>
          <a:xfrm>
            <a:off x="6182796" y="2714942"/>
            <a:ext cx="5599240" cy="3486353"/>
          </a:xfrm>
        </p:spPr>
        <p:txBody>
          <a:bodyPr lIns="182880" tIns="182880" rIns="182880" bIns="18288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a:extLst>
              <a:ext uri="{FF2B5EF4-FFF2-40B4-BE49-F238E27FC236}">
                <a16:creationId xmlns:a16="http://schemas.microsoft.com/office/drawing/2014/main" id="{17B6C84D-26DE-F27F-354B-9A5EC82415F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94572" y="6323031"/>
            <a:ext cx="1378328" cy="310609"/>
          </a:xfrm>
          <a:prstGeom prst="rect">
            <a:avLst/>
          </a:prstGeom>
        </p:spPr>
      </p:pic>
      <p:sp>
        <p:nvSpPr>
          <p:cNvPr id="2" name="Subtitle 2">
            <a:extLst>
              <a:ext uri="{FF2B5EF4-FFF2-40B4-BE49-F238E27FC236}">
                <a16:creationId xmlns:a16="http://schemas.microsoft.com/office/drawing/2014/main" id="{816E3847-5A58-734A-67A8-4AD2C32292E8}"/>
              </a:ext>
            </a:extLst>
          </p:cNvPr>
          <p:cNvSpPr txBox="1">
            <a:spLocks/>
          </p:cNvSpPr>
          <p:nvPr userDrawn="1"/>
        </p:nvSpPr>
        <p:spPr>
          <a:xfrm>
            <a:off x="96068" y="6529200"/>
            <a:ext cx="2554356" cy="20887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ibson Book" pitchFamily="2" charset="77"/>
                <a:ea typeface="Gibson Book" pitchFamily="2" charset="77"/>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Gibson Book" pitchFamily="2" charset="77"/>
                <a:ea typeface="Gibson Book" pitchFamily="2" charset="77"/>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Gibson Book" pitchFamily="2" charset="77"/>
                <a:ea typeface="Gibson Book" pitchFamily="2" charset="77"/>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800" b="0" i="0" spc="0" dirty="0">
                <a:solidFill>
                  <a:schemeClr val="tx1">
                    <a:alpha val="50000"/>
                  </a:schemeClr>
                </a:solidFill>
                <a:latin typeface="Aptos" panose="020B0004020202020204" pitchFamily="34" charset="0"/>
              </a:rPr>
              <a:t>© Perforce Software, Inc. All rights reserved.</a:t>
            </a:r>
          </a:p>
        </p:txBody>
      </p:sp>
      <p:sp>
        <p:nvSpPr>
          <p:cNvPr id="7" name="Title 1">
            <a:extLst>
              <a:ext uri="{FF2B5EF4-FFF2-40B4-BE49-F238E27FC236}">
                <a16:creationId xmlns:a16="http://schemas.microsoft.com/office/drawing/2014/main" id="{5CD9E5CD-0CF2-D868-76AF-BEC2B83A0030}"/>
              </a:ext>
            </a:extLst>
          </p:cNvPr>
          <p:cNvSpPr>
            <a:spLocks noGrp="1"/>
          </p:cNvSpPr>
          <p:nvPr>
            <p:ph type="title"/>
          </p:nvPr>
        </p:nvSpPr>
        <p:spPr>
          <a:xfrm>
            <a:off x="419100" y="474113"/>
            <a:ext cx="11359682" cy="457200"/>
          </a:xfrm>
        </p:spPr>
        <p:txBody>
          <a:bodyPr anchor="t">
            <a:noAutofit/>
          </a:bodyPr>
          <a:lstStyle>
            <a:lvl1pPr>
              <a:defRPr sz="4000">
                <a:solidFill>
                  <a:schemeClr val="tx1"/>
                </a:solidFill>
              </a:defRPr>
            </a:lvl1pPr>
          </a:lstStyle>
          <a:p>
            <a:r>
              <a:rPr lang="en-US"/>
              <a:t>Click to edit Master title style</a:t>
            </a:r>
            <a:endParaRPr lang="en-US" dirty="0"/>
          </a:p>
        </p:txBody>
      </p:sp>
      <p:sp>
        <p:nvSpPr>
          <p:cNvPr id="10" name="Text Placeholder 12">
            <a:extLst>
              <a:ext uri="{FF2B5EF4-FFF2-40B4-BE49-F238E27FC236}">
                <a16:creationId xmlns:a16="http://schemas.microsoft.com/office/drawing/2014/main" id="{E50B006A-D38E-D671-2D7C-BB659BC90DF6}"/>
              </a:ext>
            </a:extLst>
          </p:cNvPr>
          <p:cNvSpPr>
            <a:spLocks noGrp="1"/>
          </p:cNvSpPr>
          <p:nvPr>
            <p:ph type="body" sz="quarter" idx="11" hasCustomPrompt="1"/>
          </p:nvPr>
        </p:nvSpPr>
        <p:spPr>
          <a:xfrm>
            <a:off x="419100" y="1020418"/>
            <a:ext cx="11353800" cy="347133"/>
          </a:xfrm>
        </p:spPr>
        <p:txBody>
          <a:bodyPr>
            <a:noAutofit/>
          </a:bodyPr>
          <a:lstStyle>
            <a:lvl1pPr marL="0" indent="0">
              <a:buNone/>
              <a:defRPr sz="20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Slide Sub Title</a:t>
            </a:r>
          </a:p>
        </p:txBody>
      </p:sp>
    </p:spTree>
    <p:extLst>
      <p:ext uri="{BB962C8B-B14F-4D97-AF65-F5344CB8AC3E}">
        <p14:creationId xmlns:p14="http://schemas.microsoft.com/office/powerpoint/2010/main" val="4655247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1/3 Layou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9400244-FF6E-959F-3CD1-A34D24FB6833}"/>
              </a:ext>
            </a:extLst>
          </p:cNvPr>
          <p:cNvSpPr>
            <a:spLocks noGrp="1"/>
          </p:cNvSpPr>
          <p:nvPr>
            <p:ph type="body" idx="1"/>
          </p:nvPr>
        </p:nvSpPr>
        <p:spPr>
          <a:xfrm>
            <a:off x="419100" y="1735138"/>
            <a:ext cx="3672983" cy="823912"/>
          </a:xfrm>
        </p:spPr>
        <p:txBody>
          <a:bodyPr lIns="182880" tIns="137160" rIns="182880" bIns="137160"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30554356-3194-FDD4-059E-C40142809B19}"/>
              </a:ext>
            </a:extLst>
          </p:cNvPr>
          <p:cNvSpPr>
            <a:spLocks noGrp="1"/>
          </p:cNvSpPr>
          <p:nvPr>
            <p:ph type="body" sz="quarter" idx="3"/>
          </p:nvPr>
        </p:nvSpPr>
        <p:spPr>
          <a:xfrm>
            <a:off x="8099916" y="1744663"/>
            <a:ext cx="3682119" cy="823912"/>
          </a:xfrm>
        </p:spPr>
        <p:txBody>
          <a:bodyPr lIns="182880" tIns="137160" rIns="182880" bIns="137160"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Content Placeholder 2">
            <a:extLst>
              <a:ext uri="{FF2B5EF4-FFF2-40B4-BE49-F238E27FC236}">
                <a16:creationId xmlns:a16="http://schemas.microsoft.com/office/drawing/2014/main" id="{4BC1EAA2-9705-B4A3-90DB-830E3AD143C7}"/>
              </a:ext>
            </a:extLst>
          </p:cNvPr>
          <p:cNvSpPr>
            <a:spLocks noGrp="1"/>
          </p:cNvSpPr>
          <p:nvPr>
            <p:ph sz="half" idx="11"/>
          </p:nvPr>
        </p:nvSpPr>
        <p:spPr>
          <a:xfrm>
            <a:off x="419100" y="2705416"/>
            <a:ext cx="3672983" cy="3525521"/>
          </a:xfrm>
        </p:spPr>
        <p:txBody>
          <a:bodyPr lIns="182880" tIns="182880" rIns="182880" bIns="18288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3">
            <a:extLst>
              <a:ext uri="{FF2B5EF4-FFF2-40B4-BE49-F238E27FC236}">
                <a16:creationId xmlns:a16="http://schemas.microsoft.com/office/drawing/2014/main" id="{6021101D-A9D5-C051-CBD1-49A33F911C52}"/>
              </a:ext>
            </a:extLst>
          </p:cNvPr>
          <p:cNvSpPr>
            <a:spLocks noGrp="1"/>
          </p:cNvSpPr>
          <p:nvPr>
            <p:ph sz="half" idx="12"/>
          </p:nvPr>
        </p:nvSpPr>
        <p:spPr>
          <a:xfrm>
            <a:off x="4259509" y="2705416"/>
            <a:ext cx="3672983" cy="3525521"/>
          </a:xfrm>
        </p:spPr>
        <p:txBody>
          <a:bodyPr lIns="182880" tIns="182880" rIns="182880" bIns="18288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a:extLst>
              <a:ext uri="{FF2B5EF4-FFF2-40B4-BE49-F238E27FC236}">
                <a16:creationId xmlns:a16="http://schemas.microsoft.com/office/drawing/2014/main" id="{9F3061AC-82E7-54DF-76E5-DEB5FF338B0B}"/>
              </a:ext>
            </a:extLst>
          </p:cNvPr>
          <p:cNvSpPr>
            <a:spLocks noGrp="1"/>
          </p:cNvSpPr>
          <p:nvPr>
            <p:ph sz="half" idx="13"/>
          </p:nvPr>
        </p:nvSpPr>
        <p:spPr>
          <a:xfrm>
            <a:off x="8099917" y="2705416"/>
            <a:ext cx="3672983" cy="3525521"/>
          </a:xfrm>
        </p:spPr>
        <p:txBody>
          <a:bodyPr lIns="182880" tIns="182880" rIns="182880" bIns="18288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
            <a:extLst>
              <a:ext uri="{FF2B5EF4-FFF2-40B4-BE49-F238E27FC236}">
                <a16:creationId xmlns:a16="http://schemas.microsoft.com/office/drawing/2014/main" id="{FA77C65B-3942-9241-44F6-A690DB88DA14}"/>
              </a:ext>
            </a:extLst>
          </p:cNvPr>
          <p:cNvSpPr>
            <a:spLocks noGrp="1"/>
          </p:cNvSpPr>
          <p:nvPr>
            <p:ph type="body" idx="14"/>
          </p:nvPr>
        </p:nvSpPr>
        <p:spPr>
          <a:xfrm>
            <a:off x="4254830" y="1735138"/>
            <a:ext cx="3672983" cy="823912"/>
          </a:xfrm>
        </p:spPr>
        <p:txBody>
          <a:bodyPr lIns="182880" tIns="137160" rIns="182880" bIns="137160"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10" name="Picture 9">
            <a:extLst>
              <a:ext uri="{FF2B5EF4-FFF2-40B4-BE49-F238E27FC236}">
                <a16:creationId xmlns:a16="http://schemas.microsoft.com/office/drawing/2014/main" id="{CCFB9B33-B769-0676-9D59-D42CA8814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94572" y="6323031"/>
            <a:ext cx="1378328" cy="310609"/>
          </a:xfrm>
          <a:prstGeom prst="rect">
            <a:avLst/>
          </a:prstGeom>
        </p:spPr>
      </p:pic>
      <p:sp>
        <p:nvSpPr>
          <p:cNvPr id="2" name="Subtitle 2">
            <a:extLst>
              <a:ext uri="{FF2B5EF4-FFF2-40B4-BE49-F238E27FC236}">
                <a16:creationId xmlns:a16="http://schemas.microsoft.com/office/drawing/2014/main" id="{F0C078FC-3EBC-8CB4-25F8-00DC20D982C9}"/>
              </a:ext>
            </a:extLst>
          </p:cNvPr>
          <p:cNvSpPr txBox="1">
            <a:spLocks/>
          </p:cNvSpPr>
          <p:nvPr userDrawn="1"/>
        </p:nvSpPr>
        <p:spPr>
          <a:xfrm>
            <a:off x="96068" y="6529200"/>
            <a:ext cx="2554356" cy="20887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ibson Book" pitchFamily="2" charset="77"/>
                <a:ea typeface="Gibson Book" pitchFamily="2" charset="77"/>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Gibson Book" pitchFamily="2" charset="77"/>
                <a:ea typeface="Gibson Book" pitchFamily="2" charset="77"/>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Gibson Book" pitchFamily="2" charset="77"/>
                <a:ea typeface="Gibson Book" pitchFamily="2" charset="77"/>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800" b="0" i="0" spc="0" dirty="0">
                <a:solidFill>
                  <a:schemeClr val="tx1">
                    <a:alpha val="50000"/>
                  </a:schemeClr>
                </a:solidFill>
                <a:latin typeface="Aptos" panose="020B0004020202020204" pitchFamily="34" charset="0"/>
              </a:rPr>
              <a:t>© Perforce Software, Inc. All rights reserved.</a:t>
            </a:r>
          </a:p>
        </p:txBody>
      </p:sp>
      <p:sp>
        <p:nvSpPr>
          <p:cNvPr id="4" name="Title 1">
            <a:extLst>
              <a:ext uri="{FF2B5EF4-FFF2-40B4-BE49-F238E27FC236}">
                <a16:creationId xmlns:a16="http://schemas.microsoft.com/office/drawing/2014/main" id="{1875829F-6D61-04E7-0D27-4CC743F26169}"/>
              </a:ext>
            </a:extLst>
          </p:cNvPr>
          <p:cNvSpPr>
            <a:spLocks noGrp="1"/>
          </p:cNvSpPr>
          <p:nvPr>
            <p:ph type="title"/>
          </p:nvPr>
        </p:nvSpPr>
        <p:spPr>
          <a:xfrm>
            <a:off x="419100" y="474113"/>
            <a:ext cx="11359682" cy="457200"/>
          </a:xfrm>
        </p:spPr>
        <p:txBody>
          <a:bodyPr anchor="t">
            <a:noAutofit/>
          </a:bodyPr>
          <a:lstStyle>
            <a:lvl1pPr>
              <a:defRPr sz="4000">
                <a:solidFill>
                  <a:schemeClr val="tx1"/>
                </a:solidFill>
              </a:defRPr>
            </a:lvl1pPr>
          </a:lstStyle>
          <a:p>
            <a:r>
              <a:rPr lang="en-US"/>
              <a:t>Click to edit Master title style</a:t>
            </a:r>
            <a:endParaRPr lang="en-US" dirty="0"/>
          </a:p>
        </p:txBody>
      </p:sp>
      <p:sp>
        <p:nvSpPr>
          <p:cNvPr id="11" name="Text Placeholder 12">
            <a:extLst>
              <a:ext uri="{FF2B5EF4-FFF2-40B4-BE49-F238E27FC236}">
                <a16:creationId xmlns:a16="http://schemas.microsoft.com/office/drawing/2014/main" id="{BD56836C-DC89-6E29-3E68-D69543F1244A}"/>
              </a:ext>
            </a:extLst>
          </p:cNvPr>
          <p:cNvSpPr>
            <a:spLocks noGrp="1"/>
          </p:cNvSpPr>
          <p:nvPr>
            <p:ph type="body" sz="quarter" idx="15" hasCustomPrompt="1"/>
          </p:nvPr>
        </p:nvSpPr>
        <p:spPr>
          <a:xfrm>
            <a:off x="419100" y="1020418"/>
            <a:ext cx="11353800" cy="347133"/>
          </a:xfrm>
        </p:spPr>
        <p:txBody>
          <a:bodyPr>
            <a:noAutofit/>
          </a:bodyPr>
          <a:lstStyle>
            <a:lvl1pPr marL="0" indent="0">
              <a:buNone/>
              <a:defRPr sz="20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Slide Sub Title</a:t>
            </a:r>
          </a:p>
        </p:txBody>
      </p:sp>
    </p:spTree>
    <p:extLst>
      <p:ext uri="{BB962C8B-B14F-4D97-AF65-F5344CB8AC3E}">
        <p14:creationId xmlns:p14="http://schemas.microsoft.com/office/powerpoint/2010/main" val="9565003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Layout with Imag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932F5F-9FB8-FD8C-C5ED-F61F3E9AB1C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94572" y="6323031"/>
            <a:ext cx="1378328" cy="310609"/>
          </a:xfrm>
          <a:prstGeom prst="rect">
            <a:avLst/>
          </a:prstGeom>
        </p:spPr>
      </p:pic>
      <p:sp>
        <p:nvSpPr>
          <p:cNvPr id="2" name="Subtitle 2">
            <a:extLst>
              <a:ext uri="{FF2B5EF4-FFF2-40B4-BE49-F238E27FC236}">
                <a16:creationId xmlns:a16="http://schemas.microsoft.com/office/drawing/2014/main" id="{D1C55F99-C795-7A53-A50A-8DC299CC81DE}"/>
              </a:ext>
            </a:extLst>
          </p:cNvPr>
          <p:cNvSpPr txBox="1">
            <a:spLocks/>
          </p:cNvSpPr>
          <p:nvPr userDrawn="1"/>
        </p:nvSpPr>
        <p:spPr>
          <a:xfrm>
            <a:off x="96068" y="6529200"/>
            <a:ext cx="2554356" cy="20887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ibson Book" pitchFamily="2" charset="77"/>
                <a:ea typeface="Gibson Book" pitchFamily="2" charset="77"/>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Gibson Book" pitchFamily="2" charset="77"/>
                <a:ea typeface="Gibson Book" pitchFamily="2" charset="77"/>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Gibson Book" pitchFamily="2" charset="77"/>
                <a:ea typeface="Gibson Book" pitchFamily="2" charset="77"/>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800" b="0" i="0" spc="0" dirty="0">
                <a:solidFill>
                  <a:schemeClr val="tx1">
                    <a:alpha val="50000"/>
                  </a:schemeClr>
                </a:solidFill>
                <a:latin typeface="Aptos" panose="020B0004020202020204" pitchFamily="34" charset="0"/>
              </a:rPr>
              <a:t>© Perforce Software, Inc. All rights reserved.</a:t>
            </a:r>
          </a:p>
        </p:txBody>
      </p:sp>
      <p:sp>
        <p:nvSpPr>
          <p:cNvPr id="3" name="Title 1">
            <a:extLst>
              <a:ext uri="{FF2B5EF4-FFF2-40B4-BE49-F238E27FC236}">
                <a16:creationId xmlns:a16="http://schemas.microsoft.com/office/drawing/2014/main" id="{8078BC1D-E842-4424-B723-C473D25159F7}"/>
              </a:ext>
            </a:extLst>
          </p:cNvPr>
          <p:cNvSpPr>
            <a:spLocks noGrp="1"/>
          </p:cNvSpPr>
          <p:nvPr>
            <p:ph type="title"/>
          </p:nvPr>
        </p:nvSpPr>
        <p:spPr>
          <a:xfrm>
            <a:off x="419100" y="474113"/>
            <a:ext cx="11359682" cy="457200"/>
          </a:xfrm>
        </p:spPr>
        <p:txBody>
          <a:bodyPr anchor="t">
            <a:noAutofit/>
          </a:bodyPr>
          <a:lstStyle>
            <a:lvl1pPr>
              <a:defRPr sz="4000">
                <a:solidFill>
                  <a:schemeClr val="tx1"/>
                </a:solidFill>
              </a:defRPr>
            </a:lvl1pPr>
          </a:lstStyle>
          <a:p>
            <a:r>
              <a:rPr lang="en-US"/>
              <a:t>Click to edit Master title style</a:t>
            </a:r>
            <a:endParaRPr lang="en-US" dirty="0"/>
          </a:p>
        </p:txBody>
      </p:sp>
      <p:sp>
        <p:nvSpPr>
          <p:cNvPr id="5" name="Text Placeholder 12">
            <a:extLst>
              <a:ext uri="{FF2B5EF4-FFF2-40B4-BE49-F238E27FC236}">
                <a16:creationId xmlns:a16="http://schemas.microsoft.com/office/drawing/2014/main" id="{A48BD613-CC3E-E05D-CF54-1980811B262B}"/>
              </a:ext>
            </a:extLst>
          </p:cNvPr>
          <p:cNvSpPr>
            <a:spLocks noGrp="1"/>
          </p:cNvSpPr>
          <p:nvPr>
            <p:ph type="body" sz="quarter" idx="11" hasCustomPrompt="1"/>
          </p:nvPr>
        </p:nvSpPr>
        <p:spPr>
          <a:xfrm>
            <a:off x="419100" y="1020418"/>
            <a:ext cx="11353800" cy="347133"/>
          </a:xfrm>
        </p:spPr>
        <p:txBody>
          <a:bodyPr>
            <a:noAutofit/>
          </a:bodyPr>
          <a:lstStyle>
            <a:lvl1pPr marL="0" indent="0">
              <a:buNone/>
              <a:defRPr sz="20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Slide Sub Title</a:t>
            </a:r>
          </a:p>
        </p:txBody>
      </p:sp>
      <p:sp>
        <p:nvSpPr>
          <p:cNvPr id="7" name="Picture Placeholder 6">
            <a:extLst>
              <a:ext uri="{FF2B5EF4-FFF2-40B4-BE49-F238E27FC236}">
                <a16:creationId xmlns:a16="http://schemas.microsoft.com/office/drawing/2014/main" id="{D279F8D5-6514-39B3-362D-8F2F45D2237E}"/>
              </a:ext>
            </a:extLst>
          </p:cNvPr>
          <p:cNvSpPr>
            <a:spLocks noGrp="1"/>
          </p:cNvSpPr>
          <p:nvPr>
            <p:ph type="pic" sz="quarter" idx="12"/>
          </p:nvPr>
        </p:nvSpPr>
        <p:spPr>
          <a:xfrm>
            <a:off x="419100" y="1565275"/>
            <a:ext cx="11353800" cy="4632325"/>
          </a:xfrm>
        </p:spPr>
        <p:txBody>
          <a:bodyPr/>
          <a:lstStyle/>
          <a:p>
            <a:r>
              <a:rPr lang="en-US"/>
              <a:t>Click icon to add picture</a:t>
            </a:r>
          </a:p>
        </p:txBody>
      </p:sp>
    </p:spTree>
    <p:extLst>
      <p:ext uri="{BB962C8B-B14F-4D97-AF65-F5344CB8AC3E}">
        <p14:creationId xmlns:p14="http://schemas.microsoft.com/office/powerpoint/2010/main" val="11709280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Layout with Image, Dark Theme">
    <p:bg>
      <p:bgPr>
        <a:gradFill>
          <a:gsLst>
            <a:gs pos="100000">
              <a:srgbClr val="3600C8"/>
            </a:gs>
            <a:gs pos="86000">
              <a:srgbClr val="1F008B"/>
            </a:gs>
            <a:gs pos="54000">
              <a:srgbClr val="00003A">
                <a:lumMod val="100000"/>
              </a:srgbClr>
            </a:gs>
            <a:gs pos="100000">
              <a:srgbClr val="4C00FF">
                <a:lumMod val="99992"/>
                <a:lumOff val="8"/>
              </a:srgbClr>
            </a:gs>
          </a:gsLst>
          <a:lin ang="5400000" scaled="0"/>
        </a:gra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ED74BF3-7D14-5710-21EC-C36227ECE02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94576" y="6323031"/>
            <a:ext cx="1378324" cy="310608"/>
          </a:xfrm>
          <a:prstGeom prst="rect">
            <a:avLst/>
          </a:prstGeom>
        </p:spPr>
      </p:pic>
      <p:sp>
        <p:nvSpPr>
          <p:cNvPr id="2" name="Subtitle 2">
            <a:extLst>
              <a:ext uri="{FF2B5EF4-FFF2-40B4-BE49-F238E27FC236}">
                <a16:creationId xmlns:a16="http://schemas.microsoft.com/office/drawing/2014/main" id="{BC9FD56C-FC32-6E7B-DB9C-267993E809C6}"/>
              </a:ext>
            </a:extLst>
          </p:cNvPr>
          <p:cNvSpPr txBox="1">
            <a:spLocks/>
          </p:cNvSpPr>
          <p:nvPr userDrawn="1"/>
        </p:nvSpPr>
        <p:spPr>
          <a:xfrm>
            <a:off x="96068" y="6529200"/>
            <a:ext cx="2554356" cy="20887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ibson Book" pitchFamily="2" charset="77"/>
                <a:ea typeface="Gibson Book" pitchFamily="2" charset="77"/>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Gibson Book" pitchFamily="2" charset="77"/>
                <a:ea typeface="Gibson Book" pitchFamily="2" charset="77"/>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Gibson Book" pitchFamily="2" charset="77"/>
                <a:ea typeface="Gibson Book" pitchFamily="2" charset="77"/>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800" b="0" i="0" spc="0" dirty="0">
                <a:solidFill>
                  <a:schemeClr val="bg1">
                    <a:alpha val="50323"/>
                  </a:schemeClr>
                </a:solidFill>
                <a:latin typeface="Aptos" panose="020B0004020202020204" pitchFamily="34" charset="0"/>
              </a:rPr>
              <a:t>© Perforce Software, Inc. All rights reserved.</a:t>
            </a:r>
          </a:p>
        </p:txBody>
      </p:sp>
      <p:sp>
        <p:nvSpPr>
          <p:cNvPr id="3" name="Title 1">
            <a:extLst>
              <a:ext uri="{FF2B5EF4-FFF2-40B4-BE49-F238E27FC236}">
                <a16:creationId xmlns:a16="http://schemas.microsoft.com/office/drawing/2014/main" id="{03A182F1-AA91-EEB2-05C8-0A88DB3A5CE8}"/>
              </a:ext>
            </a:extLst>
          </p:cNvPr>
          <p:cNvSpPr>
            <a:spLocks noGrp="1"/>
          </p:cNvSpPr>
          <p:nvPr>
            <p:ph type="title"/>
          </p:nvPr>
        </p:nvSpPr>
        <p:spPr>
          <a:xfrm>
            <a:off x="419100" y="474113"/>
            <a:ext cx="11359682" cy="457200"/>
          </a:xfrm>
        </p:spPr>
        <p:txBody>
          <a:bodyPr anchor="t">
            <a:noAutofit/>
          </a:bodyPr>
          <a:lstStyle>
            <a:lvl1pPr>
              <a:defRPr sz="4000">
                <a:solidFill>
                  <a:schemeClr val="bg2"/>
                </a:solidFill>
              </a:defRPr>
            </a:lvl1pPr>
          </a:lstStyle>
          <a:p>
            <a:r>
              <a:rPr lang="en-US"/>
              <a:t>Click to edit Master title style</a:t>
            </a:r>
            <a:endParaRPr lang="en-US" dirty="0"/>
          </a:p>
        </p:txBody>
      </p:sp>
      <p:sp>
        <p:nvSpPr>
          <p:cNvPr id="6" name="Text Placeholder 12">
            <a:extLst>
              <a:ext uri="{FF2B5EF4-FFF2-40B4-BE49-F238E27FC236}">
                <a16:creationId xmlns:a16="http://schemas.microsoft.com/office/drawing/2014/main" id="{DC4C78F6-593D-9C1A-EBD6-9F241F455F30}"/>
              </a:ext>
            </a:extLst>
          </p:cNvPr>
          <p:cNvSpPr>
            <a:spLocks noGrp="1"/>
          </p:cNvSpPr>
          <p:nvPr>
            <p:ph type="body" sz="quarter" idx="10" hasCustomPrompt="1"/>
          </p:nvPr>
        </p:nvSpPr>
        <p:spPr>
          <a:xfrm>
            <a:off x="419100" y="1020418"/>
            <a:ext cx="11353800" cy="347133"/>
          </a:xfrm>
        </p:spPr>
        <p:txBody>
          <a:bodyPr>
            <a:noAutofit/>
          </a:bodyPr>
          <a:lstStyle>
            <a:lvl1pPr marL="0" indent="0">
              <a:buNone/>
              <a:defRPr sz="200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Slide Sub Title</a:t>
            </a:r>
          </a:p>
        </p:txBody>
      </p:sp>
      <p:sp>
        <p:nvSpPr>
          <p:cNvPr id="4" name="Picture Placeholder 6">
            <a:extLst>
              <a:ext uri="{FF2B5EF4-FFF2-40B4-BE49-F238E27FC236}">
                <a16:creationId xmlns:a16="http://schemas.microsoft.com/office/drawing/2014/main" id="{07736587-33B6-D2D1-AD98-3F12E233EFBE}"/>
              </a:ext>
            </a:extLst>
          </p:cNvPr>
          <p:cNvSpPr>
            <a:spLocks noGrp="1"/>
          </p:cNvSpPr>
          <p:nvPr>
            <p:ph type="pic" sz="quarter" idx="12"/>
          </p:nvPr>
        </p:nvSpPr>
        <p:spPr>
          <a:xfrm>
            <a:off x="419100" y="1565275"/>
            <a:ext cx="11353800" cy="4632325"/>
          </a:xfrm>
        </p:spPr>
        <p:txBody>
          <a:bodyPr/>
          <a:lstStyle>
            <a:lvl1pPr>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054831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4C93A8-EAC1-018A-F6D8-B68D01DF071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flipH="1">
            <a:off x="-2" y="4601497"/>
            <a:ext cx="3564443" cy="2256503"/>
          </a:xfrm>
          <a:prstGeom prst="rect">
            <a:avLst/>
          </a:prstGeom>
        </p:spPr>
      </p:pic>
      <p:sp>
        <p:nvSpPr>
          <p:cNvPr id="7" name="Title 1">
            <a:extLst>
              <a:ext uri="{FF2B5EF4-FFF2-40B4-BE49-F238E27FC236}">
                <a16:creationId xmlns:a16="http://schemas.microsoft.com/office/drawing/2014/main" id="{A7580FC6-7916-2077-3ADB-58706FD58C7B}"/>
              </a:ext>
            </a:extLst>
          </p:cNvPr>
          <p:cNvSpPr>
            <a:spLocks noGrp="1"/>
          </p:cNvSpPr>
          <p:nvPr>
            <p:ph type="title" hasCustomPrompt="1"/>
          </p:nvPr>
        </p:nvSpPr>
        <p:spPr>
          <a:xfrm>
            <a:off x="921774" y="1496569"/>
            <a:ext cx="10348452" cy="3456704"/>
          </a:xfrm>
        </p:spPr>
        <p:txBody>
          <a:bodyPr anchor="ctr"/>
          <a:lstStyle>
            <a:lvl1pPr algn="l">
              <a:defRPr>
                <a:solidFill>
                  <a:srgbClr val="00003A"/>
                </a:solidFill>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dirty="0"/>
              <a:t>Lorem ipsum odor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Quisque</a:t>
            </a:r>
            <a:r>
              <a:rPr lang="en-US" dirty="0"/>
              <a:t> sit </a:t>
            </a:r>
            <a:r>
              <a:rPr lang="en-US" dirty="0" err="1"/>
              <a:t>blandit</a:t>
            </a:r>
            <a:r>
              <a:rPr lang="en-US" dirty="0"/>
              <a:t> </a:t>
            </a:r>
            <a:r>
              <a:rPr lang="en-US" dirty="0" err="1"/>
              <a:t>odio</a:t>
            </a:r>
            <a:r>
              <a:rPr lang="en-US" dirty="0"/>
              <a:t> </a:t>
            </a:r>
            <a:r>
              <a:rPr lang="en-US" dirty="0" err="1"/>
              <a:t>nunc</a:t>
            </a:r>
            <a:r>
              <a:rPr lang="en-US" dirty="0"/>
              <a:t> cursus </a:t>
            </a:r>
            <a:r>
              <a:rPr lang="en-US" dirty="0" err="1"/>
              <a:t>donec</a:t>
            </a:r>
            <a:r>
              <a:rPr lang="en-US" dirty="0"/>
              <a:t>. </a:t>
            </a:r>
            <a:r>
              <a:rPr lang="en-US" dirty="0" err="1"/>
              <a:t>Nulla</a:t>
            </a:r>
            <a:r>
              <a:rPr lang="en-US" dirty="0"/>
              <a:t> </a:t>
            </a:r>
            <a:r>
              <a:rPr lang="en-US" dirty="0" err="1"/>
              <a:t>interdum</a:t>
            </a:r>
            <a:r>
              <a:rPr lang="en-US" dirty="0"/>
              <a:t> </a:t>
            </a:r>
            <a:r>
              <a:rPr lang="en-US" dirty="0" err="1"/>
              <a:t>massa</a:t>
            </a:r>
            <a:r>
              <a:rPr lang="en-US" dirty="0"/>
              <a:t> sed </a:t>
            </a:r>
            <a:r>
              <a:rPr lang="en-US" dirty="0" err="1"/>
              <a:t>platea</a:t>
            </a:r>
            <a:r>
              <a:rPr lang="en-US" dirty="0"/>
              <a:t> </a:t>
            </a:r>
            <a:r>
              <a:rPr lang="en-US" dirty="0" err="1"/>
              <a:t>tristique</a:t>
            </a:r>
            <a:r>
              <a:rPr lang="en-US" dirty="0"/>
              <a:t> ipsum </a:t>
            </a:r>
            <a:r>
              <a:rPr lang="en-US" dirty="0" err="1"/>
              <a:t>justo</a:t>
            </a:r>
            <a:r>
              <a:rPr lang="en-US" dirty="0"/>
              <a:t> </a:t>
            </a:r>
            <a:r>
              <a:rPr lang="en-US" dirty="0" err="1"/>
              <a:t>iaculis</a:t>
            </a:r>
            <a:r>
              <a:rPr lang="en-US" dirty="0"/>
              <a:t>. </a:t>
            </a:r>
            <a:r>
              <a:rPr lang="en-US" dirty="0" err="1"/>
              <a:t>Tortor</a:t>
            </a:r>
            <a:r>
              <a:rPr lang="en-US" dirty="0"/>
              <a:t> integer </a:t>
            </a:r>
            <a:r>
              <a:rPr lang="en-US" dirty="0" err="1"/>
              <a:t>finibus</a:t>
            </a:r>
            <a:r>
              <a:rPr lang="en-US" dirty="0"/>
              <a:t> vitae id </a:t>
            </a:r>
            <a:r>
              <a:rPr lang="en-US" dirty="0" err="1"/>
              <a:t>dictumst</a:t>
            </a:r>
            <a:r>
              <a:rPr lang="en-US" dirty="0"/>
              <a:t>.</a:t>
            </a:r>
          </a:p>
        </p:txBody>
      </p:sp>
      <p:pic>
        <p:nvPicPr>
          <p:cNvPr id="5" name="Picture 4">
            <a:extLst>
              <a:ext uri="{FF2B5EF4-FFF2-40B4-BE49-F238E27FC236}">
                <a16:creationId xmlns:a16="http://schemas.microsoft.com/office/drawing/2014/main" id="{D25D229C-62D1-7DEC-FBCB-E38954E256D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9593453" y="0"/>
            <a:ext cx="2598547" cy="1779471"/>
          </a:xfrm>
          <a:prstGeom prst="rect">
            <a:avLst/>
          </a:prstGeom>
        </p:spPr>
      </p:pic>
      <p:pic>
        <p:nvPicPr>
          <p:cNvPr id="2" name="Picture 1">
            <a:extLst>
              <a:ext uri="{FF2B5EF4-FFF2-40B4-BE49-F238E27FC236}">
                <a16:creationId xmlns:a16="http://schemas.microsoft.com/office/drawing/2014/main" id="{F735C210-5C8F-4DC5-9104-1D2103805329}"/>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394572" y="6323031"/>
            <a:ext cx="1378328" cy="310609"/>
          </a:xfrm>
          <a:prstGeom prst="rect">
            <a:avLst/>
          </a:prstGeom>
        </p:spPr>
      </p:pic>
      <p:sp>
        <p:nvSpPr>
          <p:cNvPr id="6" name="Subtitle 2">
            <a:extLst>
              <a:ext uri="{FF2B5EF4-FFF2-40B4-BE49-F238E27FC236}">
                <a16:creationId xmlns:a16="http://schemas.microsoft.com/office/drawing/2014/main" id="{F24B2F3E-7B66-E6BB-819C-7B34D98D1787}"/>
              </a:ext>
            </a:extLst>
          </p:cNvPr>
          <p:cNvSpPr txBox="1">
            <a:spLocks/>
          </p:cNvSpPr>
          <p:nvPr userDrawn="1"/>
        </p:nvSpPr>
        <p:spPr>
          <a:xfrm>
            <a:off x="96068" y="6529200"/>
            <a:ext cx="2554356" cy="20887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ibson Book" pitchFamily="2" charset="77"/>
                <a:ea typeface="Gibson Book" pitchFamily="2" charset="77"/>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Gibson Book" pitchFamily="2" charset="77"/>
                <a:ea typeface="Gibson Book" pitchFamily="2" charset="77"/>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Gibson Book" pitchFamily="2" charset="77"/>
                <a:ea typeface="Gibson Book" pitchFamily="2" charset="77"/>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800" b="0" i="0" spc="0" dirty="0">
                <a:solidFill>
                  <a:schemeClr val="bg1">
                    <a:alpha val="50323"/>
                  </a:schemeClr>
                </a:solidFill>
                <a:latin typeface="Aptos" panose="020B0004020202020204" pitchFamily="34" charset="0"/>
              </a:rPr>
              <a:t>© Perforce Software, Inc. All rights reserved.</a:t>
            </a:r>
          </a:p>
        </p:txBody>
      </p:sp>
      <p:sp>
        <p:nvSpPr>
          <p:cNvPr id="3" name="TextBox 2">
            <a:extLst>
              <a:ext uri="{FF2B5EF4-FFF2-40B4-BE49-F238E27FC236}">
                <a16:creationId xmlns:a16="http://schemas.microsoft.com/office/drawing/2014/main" id="{81BB65DC-9F92-EFE0-D8D3-6245C405A92C}"/>
              </a:ext>
            </a:extLst>
          </p:cNvPr>
          <p:cNvSpPr txBox="1"/>
          <p:nvPr userDrawn="1"/>
        </p:nvSpPr>
        <p:spPr>
          <a:xfrm>
            <a:off x="4380732" y="5084154"/>
            <a:ext cx="3430535" cy="369332"/>
          </a:xfrm>
          <a:prstGeom prst="rect">
            <a:avLst/>
          </a:prstGeom>
          <a:noFill/>
        </p:spPr>
        <p:txBody>
          <a:bodyPr wrap="square" rtlCol="0">
            <a:spAutoFit/>
          </a:bodyPr>
          <a:lstStyle/>
          <a:p>
            <a:pPr algn="ctr"/>
            <a:r>
              <a:rPr lang="en-US" dirty="0">
                <a:solidFill>
                  <a:srgbClr val="4C00FF"/>
                </a:solidFill>
                <a:latin typeface="Aptos" panose="020B0004020202020204" pitchFamily="34" charset="0"/>
              </a:rPr>
              <a:t>Name, Title, Company Name</a:t>
            </a:r>
          </a:p>
        </p:txBody>
      </p:sp>
    </p:spTree>
    <p:extLst>
      <p:ext uri="{BB962C8B-B14F-4D97-AF65-F5344CB8AC3E}">
        <p14:creationId xmlns:p14="http://schemas.microsoft.com/office/powerpoint/2010/main" val="20435125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ank You, Dark Theme">
    <p:bg>
      <p:bgPr>
        <a:gradFill>
          <a:gsLst>
            <a:gs pos="100000">
              <a:srgbClr val="3600C8"/>
            </a:gs>
            <a:gs pos="86000">
              <a:srgbClr val="1F008B"/>
            </a:gs>
            <a:gs pos="54000">
              <a:srgbClr val="00003A">
                <a:lumMod val="100000"/>
              </a:srgbClr>
            </a:gs>
            <a:gs pos="100000">
              <a:srgbClr val="4C00FF">
                <a:lumMod val="99992"/>
                <a:lumOff val="8"/>
              </a:srgbClr>
            </a:gs>
          </a:gsLst>
          <a:lin ang="5400000" scaled="0"/>
        </a:gra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93133B-5652-16A1-FF78-3E12D477F76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A5C79EE2-5932-D898-043D-73654EC9EA8B}"/>
              </a:ext>
            </a:extLst>
          </p:cNvPr>
          <p:cNvSpPr>
            <a:spLocks noGrp="1"/>
          </p:cNvSpPr>
          <p:nvPr>
            <p:ph type="ctrTitle" hasCustomPrompt="1"/>
          </p:nvPr>
        </p:nvSpPr>
        <p:spPr>
          <a:xfrm>
            <a:off x="2212181" y="1834071"/>
            <a:ext cx="7767637" cy="1080837"/>
          </a:xfrm>
        </p:spPr>
        <p:txBody>
          <a:bodyPr anchor="t">
            <a:noAutofit/>
          </a:bodyPr>
          <a:lstStyle>
            <a:lvl1pPr algn="l">
              <a:defRPr sz="8000">
                <a:solidFill>
                  <a:schemeClr val="bg1"/>
                </a:solidFill>
              </a:defRPr>
            </a:lvl1pPr>
          </a:lstStyle>
          <a:p>
            <a:r>
              <a:rPr lang="en-US" dirty="0"/>
              <a:t>Thank You</a:t>
            </a:r>
          </a:p>
        </p:txBody>
      </p:sp>
      <p:sp>
        <p:nvSpPr>
          <p:cNvPr id="9" name="Text Placeholder 14">
            <a:extLst>
              <a:ext uri="{FF2B5EF4-FFF2-40B4-BE49-F238E27FC236}">
                <a16:creationId xmlns:a16="http://schemas.microsoft.com/office/drawing/2014/main" id="{27F031F0-5F6F-A8F2-95E0-BF8A291D56D8}"/>
              </a:ext>
            </a:extLst>
          </p:cNvPr>
          <p:cNvSpPr>
            <a:spLocks noGrp="1"/>
          </p:cNvSpPr>
          <p:nvPr>
            <p:ph type="body" sz="quarter" idx="10"/>
          </p:nvPr>
        </p:nvSpPr>
        <p:spPr>
          <a:xfrm>
            <a:off x="2212180" y="3219450"/>
            <a:ext cx="7767637" cy="2443163"/>
          </a:xfrm>
        </p:spPr>
        <p:txBody>
          <a:bodyPr/>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solidFill>
                  <a:schemeClr val="bg1"/>
                </a:solidFill>
              </a:defRPr>
            </a:lvl3pPr>
            <a:lvl4pPr marL="1371600" indent="0">
              <a:buFont typeface="Arial" panose="020B0604020202020204" pitchFamily="34" charset="0"/>
              <a:buNone/>
              <a:defRPr>
                <a:solidFill>
                  <a:schemeClr val="bg1"/>
                </a:solidFill>
              </a:defRPr>
            </a:lvl4pPr>
            <a:lvl5pPr marL="1828800" indent="0">
              <a:buFont typeface="Arial" panose="020B0604020202020204" pitchFamily="34" charset="0"/>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a:extLst>
              <a:ext uri="{FF2B5EF4-FFF2-40B4-BE49-F238E27FC236}">
                <a16:creationId xmlns:a16="http://schemas.microsoft.com/office/drawing/2014/main" id="{15204EE0-0335-2B2A-1A06-0737E9A3CDD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94576" y="418454"/>
            <a:ext cx="1378324" cy="310608"/>
          </a:xfrm>
          <a:prstGeom prst="rect">
            <a:avLst/>
          </a:prstGeom>
        </p:spPr>
      </p:pic>
      <p:sp>
        <p:nvSpPr>
          <p:cNvPr id="2" name="Subtitle 2">
            <a:extLst>
              <a:ext uri="{FF2B5EF4-FFF2-40B4-BE49-F238E27FC236}">
                <a16:creationId xmlns:a16="http://schemas.microsoft.com/office/drawing/2014/main" id="{1CD36C96-85FC-0FCC-145E-8BF83D750206}"/>
              </a:ext>
            </a:extLst>
          </p:cNvPr>
          <p:cNvSpPr txBox="1">
            <a:spLocks/>
          </p:cNvSpPr>
          <p:nvPr userDrawn="1"/>
        </p:nvSpPr>
        <p:spPr>
          <a:xfrm>
            <a:off x="96068" y="6529200"/>
            <a:ext cx="2554356" cy="20887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ibson Book" pitchFamily="2" charset="77"/>
                <a:ea typeface="Gibson Book" pitchFamily="2" charset="77"/>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Gibson Book" pitchFamily="2" charset="77"/>
                <a:ea typeface="Gibson Book" pitchFamily="2" charset="77"/>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Gibson Book" pitchFamily="2" charset="77"/>
                <a:ea typeface="Gibson Book" pitchFamily="2" charset="77"/>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800" b="0" i="0" spc="0" dirty="0">
                <a:solidFill>
                  <a:schemeClr val="bg1">
                    <a:alpha val="50323"/>
                  </a:schemeClr>
                </a:solidFill>
                <a:latin typeface="Aptos" panose="020B0004020202020204" pitchFamily="34" charset="0"/>
              </a:rPr>
              <a:t>© Perforce Software, Inc. All rights reserved.</a:t>
            </a:r>
          </a:p>
        </p:txBody>
      </p:sp>
    </p:spTree>
    <p:extLst>
      <p:ext uri="{BB962C8B-B14F-4D97-AF65-F5344CB8AC3E}">
        <p14:creationId xmlns:p14="http://schemas.microsoft.com/office/powerpoint/2010/main" val="34880070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Light Theme">
    <p:bg>
      <p:bgPr>
        <a:solidFill>
          <a:schemeClr val="bg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5C79EE2-5932-D898-043D-73654EC9EA8B}"/>
              </a:ext>
            </a:extLst>
          </p:cNvPr>
          <p:cNvSpPr>
            <a:spLocks noGrp="1"/>
          </p:cNvSpPr>
          <p:nvPr>
            <p:ph type="ctrTitle" hasCustomPrompt="1"/>
          </p:nvPr>
        </p:nvSpPr>
        <p:spPr>
          <a:xfrm>
            <a:off x="2212181" y="1834071"/>
            <a:ext cx="7767637" cy="1080837"/>
          </a:xfrm>
        </p:spPr>
        <p:txBody>
          <a:bodyPr anchor="t">
            <a:noAutofit/>
          </a:bodyPr>
          <a:lstStyle>
            <a:lvl1pPr algn="l">
              <a:defRPr sz="8000">
                <a:solidFill>
                  <a:srgbClr val="00003A"/>
                </a:solidFill>
              </a:defRPr>
            </a:lvl1pPr>
          </a:lstStyle>
          <a:p>
            <a:r>
              <a:rPr lang="en-US" dirty="0"/>
              <a:t>Thank You</a:t>
            </a:r>
          </a:p>
        </p:txBody>
      </p:sp>
      <p:sp>
        <p:nvSpPr>
          <p:cNvPr id="9" name="Text Placeholder 14">
            <a:extLst>
              <a:ext uri="{FF2B5EF4-FFF2-40B4-BE49-F238E27FC236}">
                <a16:creationId xmlns:a16="http://schemas.microsoft.com/office/drawing/2014/main" id="{27F031F0-5F6F-A8F2-95E0-BF8A291D56D8}"/>
              </a:ext>
            </a:extLst>
          </p:cNvPr>
          <p:cNvSpPr>
            <a:spLocks noGrp="1"/>
          </p:cNvSpPr>
          <p:nvPr>
            <p:ph type="body" sz="quarter" idx="10"/>
          </p:nvPr>
        </p:nvSpPr>
        <p:spPr>
          <a:xfrm>
            <a:off x="2212180" y="3219450"/>
            <a:ext cx="7767637" cy="2443163"/>
          </a:xfrm>
        </p:spPr>
        <p:txBody>
          <a:bodyPr/>
          <a:lstStyle>
            <a:lvl1pPr marL="0" indent="0">
              <a:buFont typeface="Arial" panose="020B0604020202020204" pitchFamily="34" charset="0"/>
              <a:buNone/>
              <a:defRPr>
                <a:solidFill>
                  <a:srgbClr val="00003A"/>
                </a:solidFill>
              </a:defRPr>
            </a:lvl1pPr>
            <a:lvl2pPr marL="457200" indent="0">
              <a:buFont typeface="Arial" panose="020B0604020202020204" pitchFamily="34" charset="0"/>
              <a:buNone/>
              <a:defRPr>
                <a:solidFill>
                  <a:srgbClr val="00003A"/>
                </a:solidFill>
              </a:defRPr>
            </a:lvl2pPr>
            <a:lvl3pPr marL="914400" indent="0">
              <a:buFont typeface="Arial" panose="020B0604020202020204" pitchFamily="34" charset="0"/>
              <a:buNone/>
              <a:defRPr>
                <a:solidFill>
                  <a:srgbClr val="00003A"/>
                </a:solidFill>
              </a:defRPr>
            </a:lvl3pPr>
            <a:lvl4pPr marL="1371600" indent="0">
              <a:buFont typeface="Arial" panose="020B0604020202020204" pitchFamily="34" charset="0"/>
              <a:buNone/>
              <a:defRPr>
                <a:solidFill>
                  <a:srgbClr val="00003A"/>
                </a:solidFill>
              </a:defRPr>
            </a:lvl4pPr>
            <a:lvl5pPr marL="1828800" indent="0">
              <a:buFont typeface="Arial" panose="020B0604020202020204" pitchFamily="34" charset="0"/>
              <a:buNone/>
              <a:defRPr>
                <a:solidFill>
                  <a:srgbClr val="00003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ubtitle 2">
            <a:extLst>
              <a:ext uri="{FF2B5EF4-FFF2-40B4-BE49-F238E27FC236}">
                <a16:creationId xmlns:a16="http://schemas.microsoft.com/office/drawing/2014/main" id="{1CD36C96-85FC-0FCC-145E-8BF83D750206}"/>
              </a:ext>
            </a:extLst>
          </p:cNvPr>
          <p:cNvSpPr txBox="1">
            <a:spLocks/>
          </p:cNvSpPr>
          <p:nvPr userDrawn="1"/>
        </p:nvSpPr>
        <p:spPr>
          <a:xfrm>
            <a:off x="96068" y="6529200"/>
            <a:ext cx="2554356" cy="20887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ibson Book" pitchFamily="2" charset="77"/>
                <a:ea typeface="Gibson Book" pitchFamily="2" charset="77"/>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Gibson Book" pitchFamily="2" charset="77"/>
                <a:ea typeface="Gibson Book" pitchFamily="2" charset="77"/>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Gibson Book" pitchFamily="2" charset="77"/>
                <a:ea typeface="Gibson Book" pitchFamily="2" charset="77"/>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Gibson Book" pitchFamily="2" charset="77"/>
                <a:ea typeface="Gibson Book" pitchFamily="2" charset="77"/>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800" b="0" i="0" spc="0" dirty="0">
                <a:solidFill>
                  <a:schemeClr val="tx1">
                    <a:alpha val="50323"/>
                  </a:schemeClr>
                </a:solidFill>
                <a:latin typeface="Aptos" panose="020B0004020202020204" pitchFamily="34" charset="0"/>
              </a:rPr>
              <a:t>© Perforce Software, Inc. All rights reserved.</a:t>
            </a:r>
          </a:p>
        </p:txBody>
      </p:sp>
      <p:pic>
        <p:nvPicPr>
          <p:cNvPr id="4" name="Picture 3">
            <a:extLst>
              <a:ext uri="{FF2B5EF4-FFF2-40B4-BE49-F238E27FC236}">
                <a16:creationId xmlns:a16="http://schemas.microsoft.com/office/drawing/2014/main" id="{69963C9A-12B6-132E-26A6-69543745190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735337" y="4036669"/>
            <a:ext cx="4456663" cy="2821331"/>
          </a:xfrm>
          <a:prstGeom prst="rect">
            <a:avLst/>
          </a:prstGeom>
        </p:spPr>
      </p:pic>
      <p:pic>
        <p:nvPicPr>
          <p:cNvPr id="6" name="Picture 5">
            <a:extLst>
              <a:ext uri="{FF2B5EF4-FFF2-40B4-BE49-F238E27FC236}">
                <a16:creationId xmlns:a16="http://schemas.microsoft.com/office/drawing/2014/main" id="{0923B806-DD37-A5BC-D80D-C5010FF8B3F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flipH="1">
            <a:off x="-3" y="0"/>
            <a:ext cx="2890686" cy="2374490"/>
          </a:xfrm>
          <a:prstGeom prst="rect">
            <a:avLst/>
          </a:prstGeom>
        </p:spPr>
      </p:pic>
      <p:pic>
        <p:nvPicPr>
          <p:cNvPr id="7" name="Picture 6">
            <a:extLst>
              <a:ext uri="{FF2B5EF4-FFF2-40B4-BE49-F238E27FC236}">
                <a16:creationId xmlns:a16="http://schemas.microsoft.com/office/drawing/2014/main" id="{4D97CE97-4526-4FFE-3493-05C63EF9F58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394572" y="416841"/>
            <a:ext cx="1378328" cy="310609"/>
          </a:xfrm>
          <a:prstGeom prst="rect">
            <a:avLst/>
          </a:prstGeom>
        </p:spPr>
      </p:pic>
    </p:spTree>
    <p:extLst>
      <p:ext uri="{BB962C8B-B14F-4D97-AF65-F5344CB8AC3E}">
        <p14:creationId xmlns:p14="http://schemas.microsoft.com/office/powerpoint/2010/main" val="34721986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536564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5807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55FE63-D465-F00D-E24B-D4EB95BEEEFF}"/>
              </a:ext>
            </a:extLst>
          </p:cNvPr>
          <p:cNvSpPr>
            <a:spLocks noGrp="1"/>
          </p:cNvSpPr>
          <p:nvPr>
            <p:ph type="title"/>
          </p:nvPr>
        </p:nvSpPr>
        <p:spPr>
          <a:xfrm>
            <a:off x="419100" y="450745"/>
            <a:ext cx="11353800" cy="7291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27A7AE9-7CD0-EA39-DF28-8F04C097F059}"/>
              </a:ext>
            </a:extLst>
          </p:cNvPr>
          <p:cNvSpPr>
            <a:spLocks noGrp="1"/>
          </p:cNvSpPr>
          <p:nvPr>
            <p:ph type="body" idx="1"/>
          </p:nvPr>
        </p:nvSpPr>
        <p:spPr>
          <a:xfrm>
            <a:off x="419100" y="1299823"/>
            <a:ext cx="11353800" cy="49627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3">
            <a:extLst>
              <a:ext uri="{FF2B5EF4-FFF2-40B4-BE49-F238E27FC236}">
                <a16:creationId xmlns:a16="http://schemas.microsoft.com/office/drawing/2014/main" id="{4C871C67-D779-F503-4BCB-D10B48D6E942}"/>
              </a:ext>
            </a:extLst>
          </p:cNvPr>
          <p:cNvSpPr>
            <a:spLocks noGrp="1"/>
          </p:cNvSpPr>
          <p:nvPr>
            <p:ph type="sldNum" sz="quarter" idx="4"/>
          </p:nvPr>
        </p:nvSpPr>
        <p:spPr>
          <a:xfrm>
            <a:off x="9029700" y="6218237"/>
            <a:ext cx="2743200" cy="365125"/>
          </a:xfrm>
          <a:prstGeom prst="rect">
            <a:avLst/>
          </a:prstGeom>
        </p:spPr>
        <p:txBody>
          <a:bodyPr/>
          <a:lstStyle>
            <a:lvl1pPr algn="r">
              <a:defRPr b="0" i="0">
                <a:latin typeface="Aptos" panose="020B0004020202020204" pitchFamily="34" charset="0"/>
              </a:defRPr>
            </a:lvl1pPr>
          </a:lstStyle>
          <a:p>
            <a:fld id="{27B3D2DC-40A0-4644-B255-4FC9F694B9B3}" type="slidenum">
              <a:rPr lang="en-US" smtClean="0"/>
              <a:pPr/>
              <a:t>‹#›</a:t>
            </a:fld>
            <a:endParaRPr lang="en-US" dirty="0"/>
          </a:p>
        </p:txBody>
      </p:sp>
    </p:spTree>
    <p:extLst>
      <p:ext uri="{BB962C8B-B14F-4D97-AF65-F5344CB8AC3E}">
        <p14:creationId xmlns:p14="http://schemas.microsoft.com/office/powerpoint/2010/main" val="42256058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Lst>
  <p:txStyles>
    <p:titleStyle>
      <a:lvl1pPr algn="l" defTabSz="914400" rtl="0" eaLnBrk="1" latinLnBrk="0" hangingPunct="1">
        <a:lnSpc>
          <a:spcPct val="90000"/>
        </a:lnSpc>
        <a:spcBef>
          <a:spcPct val="0"/>
        </a:spcBef>
        <a:buNone/>
        <a:defRPr sz="4000" b="0" i="0" kern="1200">
          <a:solidFill>
            <a:schemeClr val="tx1"/>
          </a:solidFill>
          <a:latin typeface="Aptos" panose="020B0004020202020204" pitchFamily="34" charset="0"/>
          <a:ea typeface="Aptos" panose="020B0004020202020204" pitchFamily="34" charset="0"/>
          <a:cs typeface="+mj-cs"/>
        </a:defRPr>
      </a:lvl1pPr>
    </p:titleStyle>
    <p:bodyStyle>
      <a:lvl1pPr marL="228600" indent="-228600" algn="l" defTabSz="914400" rtl="0" eaLnBrk="1" latinLnBrk="0" hangingPunct="1">
        <a:lnSpc>
          <a:spcPct val="100000"/>
        </a:lnSpc>
        <a:spcBef>
          <a:spcPts val="1000"/>
        </a:spcBef>
        <a:spcAft>
          <a:spcPts val="600"/>
        </a:spcAft>
        <a:buClr>
          <a:schemeClr val="tx2"/>
        </a:buClr>
        <a:buFont typeface="Arial" panose="020B0604020202020204" pitchFamily="34" charset="0"/>
        <a:buChar char="•"/>
        <a:defRPr sz="1800" b="0" i="0" kern="1200">
          <a:solidFill>
            <a:schemeClr val="tx1"/>
          </a:solidFill>
          <a:latin typeface="Aptos" panose="020B0004020202020204" pitchFamily="34" charset="0"/>
          <a:ea typeface="Aptos" panose="020B0004020202020204" pitchFamily="34" charset="0"/>
          <a:cs typeface="+mn-cs"/>
        </a:defRPr>
      </a:lvl1pPr>
      <a:lvl2pPr marL="685800" indent="-228600" algn="l" defTabSz="914400" rtl="0" eaLnBrk="1" latinLnBrk="0" hangingPunct="1">
        <a:lnSpc>
          <a:spcPct val="100000"/>
        </a:lnSpc>
        <a:spcBef>
          <a:spcPts val="500"/>
        </a:spcBef>
        <a:spcAft>
          <a:spcPts val="600"/>
        </a:spcAft>
        <a:buClr>
          <a:schemeClr val="tx2"/>
        </a:buClr>
        <a:buFont typeface="Arial" panose="020B0604020202020204" pitchFamily="34" charset="0"/>
        <a:buChar char="•"/>
        <a:defRPr sz="1600" b="0" i="0" kern="1200">
          <a:solidFill>
            <a:schemeClr val="tx1"/>
          </a:solidFill>
          <a:latin typeface="Aptos" panose="020B0004020202020204" pitchFamily="34" charset="0"/>
          <a:ea typeface="Aptos" panose="020B0004020202020204" pitchFamily="34" charset="0"/>
          <a:cs typeface="+mn-cs"/>
        </a:defRPr>
      </a:lvl2pPr>
      <a:lvl3pPr marL="1143000" indent="-228600" algn="l" defTabSz="914400" rtl="0" eaLnBrk="1" latinLnBrk="0" hangingPunct="1">
        <a:lnSpc>
          <a:spcPct val="100000"/>
        </a:lnSpc>
        <a:spcBef>
          <a:spcPts val="500"/>
        </a:spcBef>
        <a:spcAft>
          <a:spcPts val="600"/>
        </a:spcAft>
        <a:buClr>
          <a:schemeClr val="tx2"/>
        </a:buClr>
        <a:buFont typeface="Arial" panose="020B0604020202020204" pitchFamily="34" charset="0"/>
        <a:buChar char="•"/>
        <a:defRPr sz="1400" b="0" i="0" kern="1200">
          <a:solidFill>
            <a:schemeClr val="tx1"/>
          </a:solidFill>
          <a:latin typeface="Aptos" panose="020B0004020202020204" pitchFamily="34" charset="0"/>
          <a:ea typeface="Aptos" panose="020B0004020202020204" pitchFamily="34" charset="0"/>
          <a:cs typeface="+mn-cs"/>
        </a:defRPr>
      </a:lvl3pPr>
      <a:lvl4pPr marL="1600200" indent="-228600" algn="l" defTabSz="914400" rtl="0" eaLnBrk="1" latinLnBrk="0" hangingPunct="1">
        <a:lnSpc>
          <a:spcPct val="100000"/>
        </a:lnSpc>
        <a:spcBef>
          <a:spcPts val="500"/>
        </a:spcBef>
        <a:spcAft>
          <a:spcPts val="600"/>
        </a:spcAft>
        <a:buClr>
          <a:schemeClr val="tx2"/>
        </a:buClr>
        <a:buFont typeface="Arial" panose="020B0604020202020204" pitchFamily="34" charset="0"/>
        <a:buChar char="•"/>
        <a:defRPr sz="1400" b="0" i="0" kern="1200">
          <a:solidFill>
            <a:schemeClr val="tx1"/>
          </a:solidFill>
          <a:latin typeface="Aptos" panose="020B0004020202020204" pitchFamily="34" charset="0"/>
          <a:ea typeface="Aptos" panose="020B0004020202020204" pitchFamily="34" charset="0"/>
          <a:cs typeface="+mn-cs"/>
        </a:defRPr>
      </a:lvl4pPr>
      <a:lvl5pPr marL="2057400" indent="-228600" algn="l" defTabSz="914400" rtl="0" eaLnBrk="1" latinLnBrk="0" hangingPunct="1">
        <a:lnSpc>
          <a:spcPct val="100000"/>
        </a:lnSpc>
        <a:spcBef>
          <a:spcPts val="500"/>
        </a:spcBef>
        <a:spcAft>
          <a:spcPts val="600"/>
        </a:spcAft>
        <a:buClr>
          <a:schemeClr val="tx2"/>
        </a:buClr>
        <a:buFont typeface="Arial" panose="020B0604020202020204" pitchFamily="34" charset="0"/>
        <a:buChar char="•"/>
        <a:defRPr sz="1200" b="0" i="0" kern="1200">
          <a:solidFill>
            <a:schemeClr val="tx1"/>
          </a:solidFill>
          <a:latin typeface="Aptos" panose="020B0004020202020204" pitchFamily="34" charset="0"/>
          <a:ea typeface="Aptos" panose="020B0004020202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64">
          <p15:clr>
            <a:srgbClr val="F26B43"/>
          </p15:clr>
        </p15:guide>
        <p15:guide id="4" pos="7416">
          <p15:clr>
            <a:srgbClr val="F26B43"/>
          </p15:clr>
        </p15:guide>
        <p15:guide id="5" orient="horz" pos="264">
          <p15:clr>
            <a:srgbClr val="F26B43"/>
          </p15:clr>
        </p15:guide>
        <p15:guide id="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9125BC3-D4AA-249B-3490-B9BD998B2FE8}"/>
              </a:ext>
            </a:extLst>
          </p:cNvPr>
          <p:cNvSpPr>
            <a:spLocks noGrp="1"/>
          </p:cNvSpPr>
          <p:nvPr>
            <p:ph type="body" sz="quarter" idx="12"/>
          </p:nvPr>
        </p:nvSpPr>
        <p:spPr/>
        <p:txBody>
          <a:bodyPr/>
          <a:lstStyle/>
          <a:p>
            <a:r>
              <a:rPr lang="en-US" dirty="0"/>
              <a:t>Jose Rodriguez | June 2026</a:t>
            </a:r>
          </a:p>
        </p:txBody>
      </p:sp>
      <p:sp>
        <p:nvSpPr>
          <p:cNvPr id="3" name="Title 2">
            <a:extLst>
              <a:ext uri="{FF2B5EF4-FFF2-40B4-BE49-F238E27FC236}">
                <a16:creationId xmlns:a16="http://schemas.microsoft.com/office/drawing/2014/main" id="{AB06DC5C-B33D-62D5-1A6E-1D905927F99A}"/>
              </a:ext>
            </a:extLst>
          </p:cNvPr>
          <p:cNvSpPr>
            <a:spLocks noGrp="1"/>
          </p:cNvSpPr>
          <p:nvPr>
            <p:ph type="ctrTitle"/>
          </p:nvPr>
        </p:nvSpPr>
        <p:spPr/>
        <p:txBody>
          <a:bodyPr>
            <a:normAutofit fontScale="90000"/>
          </a:bodyPr>
          <a:lstStyle/>
          <a:p>
            <a:r>
              <a:rPr lang="en-US" dirty="0"/>
              <a:t>Microservices scalable database classifier</a:t>
            </a:r>
          </a:p>
        </p:txBody>
      </p:sp>
      <p:pic>
        <p:nvPicPr>
          <p:cNvPr id="6" name="Online Image Placeholder 5">
            <a:extLst>
              <a:ext uri="{FF2B5EF4-FFF2-40B4-BE49-F238E27FC236}">
                <a16:creationId xmlns:a16="http://schemas.microsoft.com/office/drawing/2014/main" id="{72214B4B-551D-7298-F089-63E0B2E9267B}"/>
              </a:ext>
            </a:extLst>
          </p:cNvPr>
          <p:cNvPicPr>
            <a:picLocks noGrp="1" noChangeAspect="1"/>
          </p:cNvPicPr>
          <p:nvPr>
            <p:ph type="clipArt" sz="quarter" idx="14"/>
          </p:nvPr>
        </p:nvPicPr>
        <p:blipFill>
          <a:blip r:embed="rId2"/>
          <a:stretch>
            <a:fillRect/>
          </a:stretch>
        </p:blipFill>
        <p:spPr>
          <a:xfrm>
            <a:off x="434975" y="1872993"/>
            <a:ext cx="2700338" cy="608526"/>
          </a:xfrm>
          <a:prstGeom prst="rect">
            <a:avLst/>
          </a:prstGeom>
        </p:spPr>
      </p:pic>
    </p:spTree>
    <p:extLst>
      <p:ext uri="{BB962C8B-B14F-4D97-AF65-F5344CB8AC3E}">
        <p14:creationId xmlns:p14="http://schemas.microsoft.com/office/powerpoint/2010/main" val="1200672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11247120" cy="502920"/>
          </a:xfrm>
          <a:prstGeom prst="rect">
            <a:avLst/>
          </a:prstGeom>
          <a:noFill/>
          <a:ln/>
        </p:spPr>
        <p:txBody>
          <a:bodyPr wrap="square" lIns="0" tIns="0" rIns="0" bIns="0" rtlCol="0" anchor="ctr"/>
          <a:lstStyle/>
          <a:p>
            <a:pPr marL="0" indent="0" algn="l">
              <a:buNone/>
            </a:pPr>
            <a:endParaRPr lang="en-US" sz="2600" dirty="0"/>
          </a:p>
        </p:txBody>
      </p:sp>
      <p:sp>
        <p:nvSpPr>
          <p:cNvPr id="3" name="Text 1"/>
          <p:cNvSpPr/>
          <p:nvPr/>
        </p:nvSpPr>
        <p:spPr>
          <a:xfrm>
            <a:off x="457200" y="731520"/>
            <a:ext cx="11247120" cy="292608"/>
          </a:xfrm>
          <a:prstGeom prst="rect">
            <a:avLst/>
          </a:prstGeom>
          <a:noFill/>
          <a:ln/>
        </p:spPr>
        <p:txBody>
          <a:bodyPr wrap="square" lIns="0" tIns="0" rIns="0" bIns="0" rtlCol="0" anchor="ctr"/>
          <a:lstStyle/>
          <a:p>
            <a:pPr marL="0" indent="0" algn="l">
              <a:buNone/>
            </a:pPr>
            <a:r>
              <a:rPr lang="en-US" sz="1300" i="1" dirty="0">
                <a:solidFill>
                  <a:srgbClr val="6B7280"/>
                </a:solidFill>
                <a:latin typeface="Calibri" pitchFamily="34" charset="0"/>
                <a:ea typeface="Calibri" pitchFamily="34" charset="-122"/>
                <a:cs typeface="Calibri" pitchFamily="34" charset="-120"/>
              </a:rPr>
              <a:t>Request flow across orchestration, classification, and data access services</a:t>
            </a:r>
            <a:endParaRPr lang="en-US" sz="1300" dirty="0"/>
          </a:p>
        </p:txBody>
      </p:sp>
      <p:sp>
        <p:nvSpPr>
          <p:cNvPr id="4" name="Shape 2"/>
          <p:cNvSpPr/>
          <p:nvPr/>
        </p:nvSpPr>
        <p:spPr>
          <a:xfrm>
            <a:off x="4389120" y="1078992"/>
            <a:ext cx="2743200" cy="438912"/>
          </a:xfrm>
          <a:prstGeom prst="roundRect">
            <a:avLst>
              <a:gd name="adj" fmla="val 16667"/>
            </a:avLst>
          </a:prstGeom>
          <a:solidFill>
            <a:srgbClr val="1F2937"/>
          </a:solidFill>
          <a:ln/>
          <a:effectLst>
            <a:outerShdw blurRad="50800" dist="25400" dir="2700000" algn="bl" rotWithShape="0">
              <a:srgbClr val="000000">
                <a:alpha val="12000"/>
              </a:srgbClr>
            </a:outerShdw>
          </a:effectLst>
        </p:spPr>
        <p:txBody>
          <a:bodyPr/>
          <a:lstStyle/>
          <a:p>
            <a:endParaRPr lang="en-GB"/>
          </a:p>
        </p:txBody>
      </p:sp>
      <p:sp>
        <p:nvSpPr>
          <p:cNvPr id="5" name="Text 3"/>
          <p:cNvSpPr/>
          <p:nvPr/>
        </p:nvSpPr>
        <p:spPr>
          <a:xfrm>
            <a:off x="4389120" y="1078992"/>
            <a:ext cx="274320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User / Service</a:t>
            </a:r>
            <a:endParaRPr lang="en-US" sz="1400" dirty="0"/>
          </a:p>
        </p:txBody>
      </p:sp>
      <p:sp>
        <p:nvSpPr>
          <p:cNvPr id="6" name="Shape 4"/>
          <p:cNvSpPr/>
          <p:nvPr/>
        </p:nvSpPr>
        <p:spPr>
          <a:xfrm>
            <a:off x="3291840" y="1810512"/>
            <a:ext cx="4937760" cy="1207008"/>
          </a:xfrm>
          <a:prstGeom prst="roundRect">
            <a:avLst>
              <a:gd name="adj" fmla="val 6061"/>
            </a:avLst>
          </a:prstGeom>
          <a:solidFill>
            <a:srgbClr val="F8FAFC"/>
          </a:solidFill>
          <a:ln w="12700">
            <a:solidFill>
              <a:srgbClr val="9CA3AF"/>
            </a:solidFill>
            <a:prstDash val="solid"/>
          </a:ln>
          <a:effectLst>
            <a:outerShdw blurRad="50800" dist="25400" dir="2700000" algn="bl" rotWithShape="0">
              <a:srgbClr val="000000">
                <a:alpha val="12000"/>
              </a:srgbClr>
            </a:outerShdw>
          </a:effectLst>
        </p:spPr>
        <p:txBody>
          <a:bodyPr/>
          <a:lstStyle/>
          <a:p>
            <a:endParaRPr lang="en-GB"/>
          </a:p>
        </p:txBody>
      </p:sp>
      <p:sp>
        <p:nvSpPr>
          <p:cNvPr id="7" name="Text 5"/>
          <p:cNvSpPr/>
          <p:nvPr/>
        </p:nvSpPr>
        <p:spPr>
          <a:xfrm>
            <a:off x="3474720" y="1901952"/>
            <a:ext cx="3749040" cy="274320"/>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Orchestrator Service</a:t>
            </a:r>
            <a:endParaRPr lang="en-US" sz="1400" dirty="0"/>
          </a:p>
        </p:txBody>
      </p:sp>
      <p:sp>
        <p:nvSpPr>
          <p:cNvPr id="8" name="Shape 6"/>
          <p:cNvSpPr/>
          <p:nvPr/>
        </p:nvSpPr>
        <p:spPr>
          <a:xfrm>
            <a:off x="7178040" y="1911096"/>
            <a:ext cx="868680" cy="256032"/>
          </a:xfrm>
          <a:prstGeom prst="roundRect">
            <a:avLst>
              <a:gd name="adj" fmla="val 17857"/>
            </a:avLst>
          </a:prstGeom>
          <a:solidFill>
            <a:srgbClr val="0F766E"/>
          </a:solidFill>
          <a:ln/>
        </p:spPr>
        <p:txBody>
          <a:bodyPr/>
          <a:lstStyle/>
          <a:p>
            <a:endParaRPr lang="en-GB"/>
          </a:p>
        </p:txBody>
      </p:sp>
      <p:sp>
        <p:nvSpPr>
          <p:cNvPr id="9" name="Text 7"/>
          <p:cNvSpPr/>
          <p:nvPr/>
        </p:nvSpPr>
        <p:spPr>
          <a:xfrm>
            <a:off x="7178040" y="1911096"/>
            <a:ext cx="86868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Port: 5000</a:t>
            </a:r>
            <a:endParaRPr lang="en-US" sz="1000" dirty="0"/>
          </a:p>
        </p:txBody>
      </p:sp>
      <p:sp>
        <p:nvSpPr>
          <p:cNvPr id="11" name="Text 9"/>
          <p:cNvSpPr/>
          <p:nvPr/>
        </p:nvSpPr>
        <p:spPr>
          <a:xfrm>
            <a:off x="3474720" y="2310892"/>
            <a:ext cx="4572000" cy="493776"/>
          </a:xfrm>
          <a:prstGeom prst="rect">
            <a:avLst/>
          </a:prstGeom>
          <a:noFill/>
          <a:ln/>
        </p:spPr>
        <p:txBody>
          <a:bodyPr wrap="square" lIns="0" tIns="0" rIns="0" bIns="0" rtlCol="0" anchor="t"/>
          <a:lstStyle/>
          <a:p>
            <a:pPr marL="342900" indent="-342900">
              <a:lnSpc>
                <a:spcPct val="100000"/>
              </a:lnSpc>
              <a:spcAft>
                <a:spcPts val="200"/>
              </a:spcAft>
              <a:buSzPct val="100000"/>
              <a:buChar char="–"/>
            </a:pPr>
            <a:r>
              <a:rPr lang="en-US" sz="1100" dirty="0">
                <a:solidFill>
                  <a:srgbClr val="1F2937"/>
                </a:solidFill>
                <a:latin typeface="Calibri" pitchFamily="34" charset="0"/>
                <a:ea typeface="Calibri" pitchFamily="34" charset="-122"/>
                <a:cs typeface="Calibri" pitchFamily="34" charset="-120"/>
              </a:rPr>
              <a:t>Fetches schema from Data Reader</a:t>
            </a:r>
            <a:endParaRPr lang="en-US" sz="1100" dirty="0"/>
          </a:p>
          <a:p>
            <a:pPr marL="342900" indent="-342900">
              <a:lnSpc>
                <a:spcPct val="100000"/>
              </a:lnSpc>
              <a:spcAft>
                <a:spcPts val="200"/>
              </a:spcAft>
              <a:buSzPct val="100000"/>
              <a:buChar char="–"/>
            </a:pPr>
            <a:r>
              <a:rPr lang="en-US" sz="1100" dirty="0">
                <a:solidFill>
                  <a:srgbClr val="1F2937"/>
                </a:solidFill>
                <a:latin typeface="Calibri" pitchFamily="34" charset="0"/>
                <a:ea typeface="Calibri" pitchFamily="34" charset="-122"/>
                <a:cs typeface="Calibri" pitchFamily="34" charset="-120"/>
              </a:rPr>
              <a:t>Fans out classify calls across Data Classifiers</a:t>
            </a:r>
            <a:endParaRPr lang="en-US" sz="1100" dirty="0"/>
          </a:p>
          <a:p>
            <a:pPr marL="342900" indent="-342900">
              <a:lnSpc>
                <a:spcPct val="100000"/>
              </a:lnSpc>
              <a:spcAft>
                <a:spcPts val="200"/>
              </a:spcAft>
              <a:buSzPct val="100000"/>
              <a:buChar char="–"/>
            </a:pPr>
            <a:r>
              <a:rPr lang="en-US" sz="1100" dirty="0">
                <a:solidFill>
                  <a:srgbClr val="1F2937"/>
                </a:solidFill>
                <a:latin typeface="Calibri" pitchFamily="34" charset="0"/>
                <a:ea typeface="Calibri" pitchFamily="34" charset="-122"/>
                <a:cs typeface="Calibri" pitchFamily="34" charset="-120"/>
              </a:rPr>
              <a:t>Aggregates results into CSV + pretty-print</a:t>
            </a:r>
            <a:endParaRPr lang="en-US" sz="1100" dirty="0"/>
          </a:p>
        </p:txBody>
      </p:sp>
      <p:sp>
        <p:nvSpPr>
          <p:cNvPr id="12" name="Shape 10"/>
          <p:cNvSpPr/>
          <p:nvPr/>
        </p:nvSpPr>
        <p:spPr>
          <a:xfrm>
            <a:off x="7589520" y="3310128"/>
            <a:ext cx="4114800" cy="1207008"/>
          </a:xfrm>
          <a:prstGeom prst="roundRect">
            <a:avLst>
              <a:gd name="adj" fmla="val 6061"/>
            </a:avLst>
          </a:prstGeom>
          <a:solidFill>
            <a:srgbClr val="F8FAFC"/>
          </a:solidFill>
          <a:ln w="12700">
            <a:solidFill>
              <a:srgbClr val="9CA3AF"/>
            </a:solidFill>
            <a:prstDash val="solid"/>
          </a:ln>
          <a:effectLst>
            <a:outerShdw blurRad="50800" dist="25400" dir="2700000" algn="bl" rotWithShape="0">
              <a:srgbClr val="000000">
                <a:alpha val="12000"/>
              </a:srgbClr>
            </a:outerShdw>
          </a:effectLst>
        </p:spPr>
        <p:txBody>
          <a:bodyPr/>
          <a:lstStyle/>
          <a:p>
            <a:endParaRPr lang="en-GB"/>
          </a:p>
        </p:txBody>
      </p:sp>
      <p:sp>
        <p:nvSpPr>
          <p:cNvPr id="13" name="Text 11"/>
          <p:cNvSpPr/>
          <p:nvPr/>
        </p:nvSpPr>
        <p:spPr>
          <a:xfrm>
            <a:off x="7772400" y="3401568"/>
            <a:ext cx="2926080" cy="274320"/>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Data Classifier Service</a:t>
            </a:r>
            <a:endParaRPr lang="en-US" sz="1400" dirty="0"/>
          </a:p>
        </p:txBody>
      </p:sp>
      <p:sp>
        <p:nvSpPr>
          <p:cNvPr id="14" name="Shape 12"/>
          <p:cNvSpPr/>
          <p:nvPr/>
        </p:nvSpPr>
        <p:spPr>
          <a:xfrm>
            <a:off x="10652760" y="3410712"/>
            <a:ext cx="868680" cy="256032"/>
          </a:xfrm>
          <a:prstGeom prst="roundRect">
            <a:avLst>
              <a:gd name="adj" fmla="val 17857"/>
            </a:avLst>
          </a:prstGeom>
          <a:solidFill>
            <a:srgbClr val="0F766E"/>
          </a:solidFill>
          <a:ln/>
        </p:spPr>
        <p:txBody>
          <a:bodyPr/>
          <a:lstStyle/>
          <a:p>
            <a:endParaRPr lang="en-GB" dirty="0"/>
          </a:p>
        </p:txBody>
      </p:sp>
      <p:sp>
        <p:nvSpPr>
          <p:cNvPr id="15" name="Text 13"/>
          <p:cNvSpPr/>
          <p:nvPr/>
        </p:nvSpPr>
        <p:spPr>
          <a:xfrm>
            <a:off x="10652760" y="3410712"/>
            <a:ext cx="86868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Port: 5002</a:t>
            </a:r>
            <a:endParaRPr lang="en-US" sz="1000" dirty="0"/>
          </a:p>
        </p:txBody>
      </p:sp>
      <p:sp>
        <p:nvSpPr>
          <p:cNvPr id="17" name="Text 15"/>
          <p:cNvSpPr/>
          <p:nvPr/>
        </p:nvSpPr>
        <p:spPr>
          <a:xfrm>
            <a:off x="7772400" y="3816858"/>
            <a:ext cx="3749040" cy="493776"/>
          </a:xfrm>
          <a:prstGeom prst="rect">
            <a:avLst/>
          </a:prstGeom>
          <a:noFill/>
          <a:ln/>
        </p:spPr>
        <p:txBody>
          <a:bodyPr wrap="square" lIns="0" tIns="0" rIns="0" bIns="0" rtlCol="0" anchor="t"/>
          <a:lstStyle/>
          <a:p>
            <a:pPr marL="342900" indent="-342900">
              <a:lnSpc>
                <a:spcPct val="100000"/>
              </a:lnSpc>
              <a:spcAft>
                <a:spcPts val="200"/>
              </a:spcAft>
              <a:buSzPct val="100000"/>
              <a:buChar char="–"/>
            </a:pPr>
            <a:r>
              <a:rPr lang="en-US" sz="1100" dirty="0">
                <a:solidFill>
                  <a:srgbClr val="1F2937"/>
                </a:solidFill>
                <a:latin typeface="Calibri" pitchFamily="34" charset="0"/>
                <a:ea typeface="Calibri" pitchFamily="34" charset="-122"/>
                <a:cs typeface="Calibri" pitchFamily="34" charset="-120"/>
              </a:rPr>
              <a:t>Resolves config</a:t>
            </a:r>
            <a:endParaRPr lang="en-US" sz="1100" dirty="0"/>
          </a:p>
          <a:p>
            <a:pPr marL="342900" indent="-342900">
              <a:lnSpc>
                <a:spcPct val="100000"/>
              </a:lnSpc>
              <a:spcAft>
                <a:spcPts val="200"/>
              </a:spcAft>
              <a:buSzPct val="100000"/>
              <a:buChar char="–"/>
            </a:pPr>
            <a:r>
              <a:rPr lang="en-US" sz="1100" dirty="0">
                <a:solidFill>
                  <a:srgbClr val="1F2937"/>
                </a:solidFill>
                <a:latin typeface="Calibri" pitchFamily="34" charset="0"/>
                <a:ea typeface="Calibri" pitchFamily="34" charset="-122"/>
                <a:cs typeface="Calibri" pitchFamily="34" charset="-120"/>
              </a:rPr>
              <a:t>Calls Data Reader for sample values</a:t>
            </a:r>
            <a:endParaRPr lang="en-US" sz="1100" dirty="0"/>
          </a:p>
          <a:p>
            <a:pPr marL="342900" indent="-342900">
              <a:lnSpc>
                <a:spcPct val="100000"/>
              </a:lnSpc>
              <a:spcAft>
                <a:spcPts val="200"/>
              </a:spcAft>
              <a:buSzPct val="100000"/>
              <a:buChar char="–"/>
            </a:pPr>
            <a:r>
              <a:rPr lang="en-US" sz="1100" dirty="0">
                <a:solidFill>
                  <a:srgbClr val="1F2937"/>
                </a:solidFill>
                <a:latin typeface="Calibri" pitchFamily="34" charset="0"/>
                <a:ea typeface="Calibri" pitchFamily="34" charset="-122"/>
                <a:cs typeface="Calibri" pitchFamily="34" charset="-120"/>
              </a:rPr>
              <a:t>Runs LayerRouter</a:t>
            </a:r>
            <a:endParaRPr lang="en-US" sz="1100" dirty="0"/>
          </a:p>
        </p:txBody>
      </p:sp>
      <p:sp>
        <p:nvSpPr>
          <p:cNvPr id="18" name="Shape 16"/>
          <p:cNvSpPr/>
          <p:nvPr/>
        </p:nvSpPr>
        <p:spPr>
          <a:xfrm>
            <a:off x="3291840" y="4809744"/>
            <a:ext cx="4937760" cy="1207008"/>
          </a:xfrm>
          <a:prstGeom prst="roundRect">
            <a:avLst>
              <a:gd name="adj" fmla="val 6061"/>
            </a:avLst>
          </a:prstGeom>
          <a:solidFill>
            <a:srgbClr val="F8FAFC"/>
          </a:solidFill>
          <a:ln w="12700">
            <a:solidFill>
              <a:srgbClr val="9CA3AF"/>
            </a:solidFill>
            <a:prstDash val="solid"/>
          </a:ln>
          <a:effectLst>
            <a:outerShdw blurRad="50800" dist="25400" dir="2700000" algn="bl" rotWithShape="0">
              <a:srgbClr val="000000">
                <a:alpha val="12000"/>
              </a:srgbClr>
            </a:outerShdw>
          </a:effectLst>
        </p:spPr>
        <p:txBody>
          <a:bodyPr/>
          <a:lstStyle/>
          <a:p>
            <a:endParaRPr lang="en-GB"/>
          </a:p>
        </p:txBody>
      </p:sp>
      <p:sp>
        <p:nvSpPr>
          <p:cNvPr id="19" name="Text 17"/>
          <p:cNvSpPr/>
          <p:nvPr/>
        </p:nvSpPr>
        <p:spPr>
          <a:xfrm>
            <a:off x="3474720" y="4901184"/>
            <a:ext cx="3749040" cy="274320"/>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Data Reader Service</a:t>
            </a:r>
            <a:endParaRPr lang="en-US" sz="1400" dirty="0"/>
          </a:p>
        </p:txBody>
      </p:sp>
      <p:sp>
        <p:nvSpPr>
          <p:cNvPr id="20" name="Shape 18"/>
          <p:cNvSpPr/>
          <p:nvPr/>
        </p:nvSpPr>
        <p:spPr>
          <a:xfrm>
            <a:off x="7178040" y="4910328"/>
            <a:ext cx="868680" cy="256032"/>
          </a:xfrm>
          <a:prstGeom prst="roundRect">
            <a:avLst>
              <a:gd name="adj" fmla="val 17857"/>
            </a:avLst>
          </a:prstGeom>
          <a:solidFill>
            <a:srgbClr val="0F766E"/>
          </a:solidFill>
          <a:ln/>
        </p:spPr>
        <p:txBody>
          <a:bodyPr/>
          <a:lstStyle/>
          <a:p>
            <a:endParaRPr lang="en-GB"/>
          </a:p>
        </p:txBody>
      </p:sp>
      <p:sp>
        <p:nvSpPr>
          <p:cNvPr id="21" name="Text 19"/>
          <p:cNvSpPr/>
          <p:nvPr/>
        </p:nvSpPr>
        <p:spPr>
          <a:xfrm>
            <a:off x="7178040" y="4910328"/>
            <a:ext cx="86868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Port: 5001</a:t>
            </a:r>
            <a:endParaRPr lang="en-US" sz="1000" dirty="0"/>
          </a:p>
        </p:txBody>
      </p:sp>
      <p:sp>
        <p:nvSpPr>
          <p:cNvPr id="23" name="Text 21"/>
          <p:cNvSpPr/>
          <p:nvPr/>
        </p:nvSpPr>
        <p:spPr>
          <a:xfrm>
            <a:off x="3474720" y="5297424"/>
            <a:ext cx="4572000" cy="493776"/>
          </a:xfrm>
          <a:prstGeom prst="rect">
            <a:avLst/>
          </a:prstGeom>
          <a:noFill/>
          <a:ln/>
        </p:spPr>
        <p:txBody>
          <a:bodyPr wrap="square" lIns="0" tIns="0" rIns="0" bIns="0" rtlCol="0" anchor="t"/>
          <a:lstStyle/>
          <a:p>
            <a:pPr marL="342900" indent="-342900">
              <a:lnSpc>
                <a:spcPct val="100000"/>
              </a:lnSpc>
              <a:spcAft>
                <a:spcPts val="200"/>
              </a:spcAft>
              <a:buSzPct val="100000"/>
              <a:buChar char="–"/>
            </a:pPr>
            <a:r>
              <a:rPr lang="en-US" sz="1100" dirty="0">
                <a:solidFill>
                  <a:srgbClr val="1F2937"/>
                </a:solidFill>
                <a:latin typeface="Calibri" pitchFamily="34" charset="0"/>
                <a:ea typeface="Calibri" pitchFamily="34" charset="-122"/>
                <a:cs typeface="Calibri" pitchFamily="34" charset="-120"/>
              </a:rPr>
              <a:t>Reads information_schema.columns</a:t>
            </a:r>
            <a:endParaRPr lang="en-US" sz="1100" dirty="0"/>
          </a:p>
          <a:p>
            <a:pPr marL="342900" indent="-342900">
              <a:lnSpc>
                <a:spcPct val="100000"/>
              </a:lnSpc>
              <a:spcAft>
                <a:spcPts val="200"/>
              </a:spcAft>
              <a:buSzPct val="100000"/>
              <a:buChar char="–"/>
            </a:pPr>
            <a:r>
              <a:rPr lang="en-US" sz="1100" dirty="0">
                <a:solidFill>
                  <a:srgbClr val="1F2937"/>
                </a:solidFill>
                <a:latin typeface="Calibri" pitchFamily="34" charset="0"/>
                <a:ea typeface="Calibri" pitchFamily="34" charset="-122"/>
                <a:cs typeface="Calibri" pitchFamily="34" charset="-120"/>
              </a:rPr>
              <a:t>Samples column values via SQL</a:t>
            </a:r>
            <a:endParaRPr lang="en-US" sz="1100" dirty="0"/>
          </a:p>
          <a:p>
            <a:pPr marL="342900" indent="-342900">
              <a:lnSpc>
                <a:spcPct val="100000"/>
              </a:lnSpc>
              <a:spcAft>
                <a:spcPts val="200"/>
              </a:spcAft>
              <a:buSzPct val="100000"/>
              <a:buChar char="–"/>
            </a:pPr>
            <a:r>
              <a:rPr lang="en-US" sz="1100" dirty="0">
                <a:solidFill>
                  <a:srgbClr val="1F2937"/>
                </a:solidFill>
                <a:latin typeface="Calibri" pitchFamily="34" charset="0"/>
                <a:ea typeface="Calibri" pitchFamily="34" charset="-122"/>
                <a:cs typeface="Calibri" pitchFamily="34" charset="-120"/>
              </a:rPr>
              <a:t>Returns 200 with error field on DB failures</a:t>
            </a:r>
            <a:endParaRPr lang="en-US" sz="1100" dirty="0"/>
          </a:p>
        </p:txBody>
      </p:sp>
      <p:sp>
        <p:nvSpPr>
          <p:cNvPr id="24" name="Shape 22"/>
          <p:cNvSpPr/>
          <p:nvPr/>
        </p:nvSpPr>
        <p:spPr>
          <a:xfrm>
            <a:off x="4297680" y="6309360"/>
            <a:ext cx="2926080" cy="420624"/>
          </a:xfrm>
          <a:prstGeom prst="roundRect">
            <a:avLst>
              <a:gd name="adj" fmla="val 17391"/>
            </a:avLst>
          </a:prstGeom>
          <a:solidFill>
            <a:srgbClr val="0F766E"/>
          </a:solidFill>
          <a:ln/>
          <a:effectLst>
            <a:outerShdw blurRad="50800" dist="25400" dir="2700000" algn="bl" rotWithShape="0">
              <a:srgbClr val="000000">
                <a:alpha val="12000"/>
              </a:srgbClr>
            </a:outerShdw>
          </a:effectLst>
        </p:spPr>
        <p:txBody>
          <a:bodyPr/>
          <a:lstStyle/>
          <a:p>
            <a:endParaRPr lang="en-GB"/>
          </a:p>
        </p:txBody>
      </p:sp>
      <p:sp>
        <p:nvSpPr>
          <p:cNvPr id="25" name="Text 23"/>
          <p:cNvSpPr/>
          <p:nvPr/>
        </p:nvSpPr>
        <p:spPr>
          <a:xfrm>
            <a:off x="4297680" y="6309360"/>
            <a:ext cx="2926080"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Database</a:t>
            </a:r>
            <a:endParaRPr lang="en-US" sz="1300" dirty="0"/>
          </a:p>
        </p:txBody>
      </p:sp>
      <p:sp>
        <p:nvSpPr>
          <p:cNvPr id="26" name="Shape 24"/>
          <p:cNvSpPr/>
          <p:nvPr/>
        </p:nvSpPr>
        <p:spPr>
          <a:xfrm>
            <a:off x="5760720" y="1517904"/>
            <a:ext cx="0" cy="292608"/>
          </a:xfrm>
          <a:prstGeom prst="line">
            <a:avLst/>
          </a:prstGeom>
          <a:noFill/>
          <a:ln w="22225">
            <a:solidFill>
              <a:srgbClr val="374151"/>
            </a:solidFill>
            <a:prstDash val="solid"/>
            <a:tailEnd type="triangle"/>
          </a:ln>
        </p:spPr>
        <p:txBody>
          <a:bodyPr/>
          <a:lstStyle/>
          <a:p>
            <a:endParaRPr lang="en-GB"/>
          </a:p>
        </p:txBody>
      </p:sp>
      <p:sp>
        <p:nvSpPr>
          <p:cNvPr id="27" name="Text 25"/>
          <p:cNvSpPr/>
          <p:nvPr/>
        </p:nvSpPr>
        <p:spPr>
          <a:xfrm>
            <a:off x="5870448" y="1536192"/>
            <a:ext cx="2743200" cy="256032"/>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POST /analyze</a:t>
            </a:r>
            <a:endParaRPr lang="en-US" sz="1000" dirty="0"/>
          </a:p>
        </p:txBody>
      </p:sp>
      <p:sp>
        <p:nvSpPr>
          <p:cNvPr id="28" name="Shape 26"/>
          <p:cNvSpPr/>
          <p:nvPr/>
        </p:nvSpPr>
        <p:spPr>
          <a:xfrm>
            <a:off x="8229600" y="2232965"/>
            <a:ext cx="1417320" cy="0"/>
          </a:xfrm>
          <a:prstGeom prst="line">
            <a:avLst/>
          </a:prstGeom>
          <a:noFill/>
          <a:ln w="22225">
            <a:solidFill>
              <a:srgbClr val="374151"/>
            </a:solidFill>
            <a:prstDash val="solid"/>
          </a:ln>
        </p:spPr>
        <p:txBody>
          <a:bodyPr/>
          <a:lstStyle/>
          <a:p>
            <a:endParaRPr lang="en-GB"/>
          </a:p>
        </p:txBody>
      </p:sp>
      <p:sp>
        <p:nvSpPr>
          <p:cNvPr id="29" name="Shape 27"/>
          <p:cNvSpPr/>
          <p:nvPr/>
        </p:nvSpPr>
        <p:spPr>
          <a:xfrm>
            <a:off x="9646920" y="2232965"/>
            <a:ext cx="0" cy="1077163"/>
          </a:xfrm>
          <a:prstGeom prst="line">
            <a:avLst/>
          </a:prstGeom>
          <a:noFill/>
          <a:ln w="22225">
            <a:solidFill>
              <a:srgbClr val="374151"/>
            </a:solidFill>
            <a:prstDash val="solid"/>
            <a:tailEnd type="triangle"/>
          </a:ln>
        </p:spPr>
        <p:txBody>
          <a:bodyPr/>
          <a:lstStyle/>
          <a:p>
            <a:endParaRPr lang="en-GB"/>
          </a:p>
        </p:txBody>
      </p:sp>
      <p:sp>
        <p:nvSpPr>
          <p:cNvPr id="30" name="Text 28"/>
          <p:cNvSpPr/>
          <p:nvPr/>
        </p:nvSpPr>
        <p:spPr>
          <a:xfrm>
            <a:off x="8366760" y="1940357"/>
            <a:ext cx="2377440" cy="237744"/>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POST /classify</a:t>
            </a:r>
            <a:endParaRPr lang="en-US" sz="1000" dirty="0"/>
          </a:p>
        </p:txBody>
      </p:sp>
      <p:sp>
        <p:nvSpPr>
          <p:cNvPr id="31" name="Shape 29"/>
          <p:cNvSpPr/>
          <p:nvPr/>
        </p:nvSpPr>
        <p:spPr>
          <a:xfrm>
            <a:off x="4674413" y="3017520"/>
            <a:ext cx="0" cy="1792224"/>
          </a:xfrm>
          <a:prstGeom prst="line">
            <a:avLst/>
          </a:prstGeom>
          <a:noFill/>
          <a:ln w="22225">
            <a:solidFill>
              <a:srgbClr val="374151"/>
            </a:solidFill>
            <a:prstDash val="solid"/>
            <a:tailEnd type="triangle"/>
          </a:ln>
        </p:spPr>
        <p:txBody>
          <a:bodyPr/>
          <a:lstStyle/>
          <a:p>
            <a:endParaRPr lang="en-GB"/>
          </a:p>
        </p:txBody>
      </p:sp>
      <p:sp>
        <p:nvSpPr>
          <p:cNvPr id="32" name="Text 30"/>
          <p:cNvSpPr/>
          <p:nvPr/>
        </p:nvSpPr>
        <p:spPr>
          <a:xfrm>
            <a:off x="4784141" y="3785616"/>
            <a:ext cx="2743200" cy="256032"/>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GET /schema/{schema}</a:t>
            </a:r>
            <a:endParaRPr lang="en-US" sz="1000" dirty="0"/>
          </a:p>
        </p:txBody>
      </p:sp>
      <p:sp>
        <p:nvSpPr>
          <p:cNvPr id="33" name="Shape 31"/>
          <p:cNvSpPr/>
          <p:nvPr/>
        </p:nvSpPr>
        <p:spPr>
          <a:xfrm>
            <a:off x="9646920" y="4517136"/>
            <a:ext cx="0" cy="190195"/>
          </a:xfrm>
          <a:prstGeom prst="line">
            <a:avLst/>
          </a:prstGeom>
          <a:noFill/>
          <a:ln w="22225">
            <a:solidFill>
              <a:srgbClr val="374151"/>
            </a:solidFill>
            <a:prstDash val="solid"/>
          </a:ln>
        </p:spPr>
        <p:txBody>
          <a:bodyPr/>
          <a:lstStyle/>
          <a:p>
            <a:endParaRPr lang="en-GB"/>
          </a:p>
        </p:txBody>
      </p:sp>
      <p:sp>
        <p:nvSpPr>
          <p:cNvPr id="34" name="Shape 32"/>
          <p:cNvSpPr/>
          <p:nvPr/>
        </p:nvSpPr>
        <p:spPr>
          <a:xfrm>
            <a:off x="6847027" y="4707331"/>
            <a:ext cx="2799893" cy="0"/>
          </a:xfrm>
          <a:prstGeom prst="line">
            <a:avLst/>
          </a:prstGeom>
          <a:noFill/>
          <a:ln w="22225">
            <a:solidFill>
              <a:srgbClr val="374151"/>
            </a:solidFill>
            <a:prstDash val="solid"/>
            <a:tailEnd type="triangle"/>
          </a:ln>
        </p:spPr>
        <p:txBody>
          <a:bodyPr/>
          <a:lstStyle/>
          <a:p>
            <a:endParaRPr lang="en-GB"/>
          </a:p>
        </p:txBody>
      </p:sp>
      <p:sp>
        <p:nvSpPr>
          <p:cNvPr id="35" name="Shape 33"/>
          <p:cNvSpPr/>
          <p:nvPr/>
        </p:nvSpPr>
        <p:spPr>
          <a:xfrm>
            <a:off x="6847027" y="4707331"/>
            <a:ext cx="0" cy="102413"/>
          </a:xfrm>
          <a:prstGeom prst="line">
            <a:avLst/>
          </a:prstGeom>
          <a:noFill/>
          <a:ln w="22225">
            <a:solidFill>
              <a:srgbClr val="374151"/>
            </a:solidFill>
            <a:prstDash val="solid"/>
            <a:tailEnd type="triangle"/>
          </a:ln>
        </p:spPr>
        <p:txBody>
          <a:bodyPr/>
          <a:lstStyle/>
          <a:p>
            <a:endParaRPr lang="en-GB"/>
          </a:p>
        </p:txBody>
      </p:sp>
      <p:sp>
        <p:nvSpPr>
          <p:cNvPr id="36" name="Text 34"/>
          <p:cNvSpPr/>
          <p:nvPr/>
        </p:nvSpPr>
        <p:spPr>
          <a:xfrm>
            <a:off x="7269480" y="4517136"/>
            <a:ext cx="2286000" cy="182880"/>
          </a:xfrm>
          <a:prstGeom prst="rect">
            <a:avLst/>
          </a:prstGeom>
          <a:noFill/>
          <a:ln/>
        </p:spPr>
        <p:txBody>
          <a:bodyPr wrap="square" lIns="0" tIns="0" rIns="0" bIns="0" rtlCol="0" anchor="ctr"/>
          <a:lstStyle/>
          <a:p>
            <a:pPr marL="0" indent="0" algn="r">
              <a:buNone/>
            </a:pPr>
            <a:r>
              <a:rPr lang="en-US" sz="1000" dirty="0">
                <a:solidFill>
                  <a:srgbClr val="374151"/>
                </a:solidFill>
                <a:latin typeface="Calibri" pitchFamily="34" charset="0"/>
                <a:ea typeface="Calibri" pitchFamily="34" charset="-122"/>
                <a:cs typeface="Calibri" pitchFamily="34" charset="-120"/>
              </a:rPr>
              <a:t>GET /sample/...</a:t>
            </a:r>
            <a:endParaRPr lang="en-US" sz="1000" dirty="0"/>
          </a:p>
        </p:txBody>
      </p:sp>
      <p:sp>
        <p:nvSpPr>
          <p:cNvPr id="37" name="Shape 35"/>
          <p:cNvSpPr/>
          <p:nvPr/>
        </p:nvSpPr>
        <p:spPr>
          <a:xfrm>
            <a:off x="5760720" y="6016752"/>
            <a:ext cx="0" cy="292608"/>
          </a:xfrm>
          <a:prstGeom prst="line">
            <a:avLst/>
          </a:prstGeom>
          <a:noFill/>
          <a:ln w="22225">
            <a:solidFill>
              <a:srgbClr val="374151"/>
            </a:solidFill>
            <a:prstDash val="solid"/>
            <a:tailEnd type="triangle"/>
          </a:ln>
        </p:spPr>
        <p:txBody>
          <a:bodyPr/>
          <a:lstStyle/>
          <a:p>
            <a:endParaRPr lang="en-GB"/>
          </a:p>
        </p:txBody>
      </p:sp>
      <p:sp>
        <p:nvSpPr>
          <p:cNvPr id="38" name="Text 36"/>
          <p:cNvSpPr/>
          <p:nvPr/>
        </p:nvSpPr>
        <p:spPr>
          <a:xfrm>
            <a:off x="5870448" y="6044184"/>
            <a:ext cx="1097280" cy="237744"/>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SQL</a:t>
            </a:r>
            <a:endParaRPr lang="en-US" sz="1000" dirty="0"/>
          </a:p>
        </p:txBody>
      </p:sp>
      <p:sp>
        <p:nvSpPr>
          <p:cNvPr id="39" name="Title 38">
            <a:extLst>
              <a:ext uri="{FF2B5EF4-FFF2-40B4-BE49-F238E27FC236}">
                <a16:creationId xmlns:a16="http://schemas.microsoft.com/office/drawing/2014/main" id="{0FC50533-A2FF-D65A-E494-4EE86953FE68}"/>
              </a:ext>
            </a:extLst>
          </p:cNvPr>
          <p:cNvSpPr>
            <a:spLocks noGrp="1"/>
          </p:cNvSpPr>
          <p:nvPr>
            <p:ph type="title"/>
          </p:nvPr>
        </p:nvSpPr>
        <p:spPr>
          <a:xfrm>
            <a:off x="344638" y="255880"/>
            <a:ext cx="11359682" cy="457200"/>
          </a:xfrm>
        </p:spPr>
        <p:txBody>
          <a:bodyPr/>
          <a:lstStyle/>
          <a:p>
            <a:r>
              <a:rPr lang="en-US" b="1" dirty="0">
                <a:solidFill>
                  <a:srgbClr val="1F2937"/>
                </a:solidFill>
                <a:latin typeface="Calibri" pitchFamily="34" charset="0"/>
                <a:ea typeface="Calibri" pitchFamily="34" charset="-122"/>
                <a:cs typeface="Calibri" pitchFamily="34" charset="-120"/>
              </a:rPr>
              <a:t>Architecture diagram</a:t>
            </a:r>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ADC408F-1618-3334-490F-7AE414E905C9}"/>
              </a:ext>
            </a:extLst>
          </p:cNvPr>
          <p:cNvSpPr>
            <a:spLocks noGrp="1"/>
          </p:cNvSpPr>
          <p:nvPr>
            <p:ph idx="1"/>
          </p:nvPr>
        </p:nvSpPr>
        <p:spPr/>
        <p:txBody>
          <a:bodyPr/>
          <a:lstStyle/>
          <a:p>
            <a:pPr marL="285750" indent="-285750">
              <a:buFont typeface="Arial" panose="020B0604020202020204" pitchFamily="34" charset="0"/>
              <a:buChar char="•"/>
            </a:pPr>
            <a:endParaRPr lang="en-GB"/>
          </a:p>
        </p:txBody>
      </p:sp>
      <p:sp>
        <p:nvSpPr>
          <p:cNvPr id="2" name="Title 1">
            <a:extLst>
              <a:ext uri="{FF2B5EF4-FFF2-40B4-BE49-F238E27FC236}">
                <a16:creationId xmlns:a16="http://schemas.microsoft.com/office/drawing/2014/main" id="{1FEF9059-0BC2-2F04-09C4-6D7256792F24}"/>
              </a:ext>
            </a:extLst>
          </p:cNvPr>
          <p:cNvSpPr>
            <a:spLocks noGrp="1"/>
          </p:cNvSpPr>
          <p:nvPr>
            <p:ph type="ctrTitle"/>
          </p:nvPr>
        </p:nvSpPr>
        <p:spPr/>
        <p:txBody>
          <a:bodyPr/>
          <a:lstStyle/>
          <a:p>
            <a:r>
              <a:rPr lang="en-GB" dirty="0"/>
              <a:t>Future goals</a:t>
            </a:r>
          </a:p>
        </p:txBody>
      </p:sp>
      <p:sp>
        <p:nvSpPr>
          <p:cNvPr id="3" name="Text Placeholder 2">
            <a:extLst>
              <a:ext uri="{FF2B5EF4-FFF2-40B4-BE49-F238E27FC236}">
                <a16:creationId xmlns:a16="http://schemas.microsoft.com/office/drawing/2014/main" id="{3DC265BF-3B79-F94C-1749-B0D3B9661938}"/>
              </a:ext>
            </a:extLst>
          </p:cNvPr>
          <p:cNvSpPr>
            <a:spLocks noGrp="1"/>
          </p:cNvSpPr>
          <p:nvPr>
            <p:ph type="body" sz="quarter" idx="10"/>
          </p:nvPr>
        </p:nvSpPr>
        <p:spPr/>
        <p:txBody>
          <a:bodyPr/>
          <a:lstStyle/>
          <a:p>
            <a:r>
              <a:rPr lang="en-GB" dirty="0"/>
              <a:t>What this can look like</a:t>
            </a:r>
          </a:p>
        </p:txBody>
      </p:sp>
    </p:spTree>
    <p:extLst>
      <p:ext uri="{BB962C8B-B14F-4D97-AF65-F5344CB8AC3E}">
        <p14:creationId xmlns:p14="http://schemas.microsoft.com/office/powerpoint/2010/main" val="3508533817"/>
      </p:ext>
    </p:extLst>
  </p:cSld>
  <p:clrMapOvr>
    <a:masterClrMapping/>
  </p:clrMapOvr>
</p:sld>
</file>

<file path=ppt/theme/theme1.xml><?xml version="1.0" encoding="utf-8"?>
<a:theme xmlns:a="http://schemas.openxmlformats.org/drawingml/2006/main" name="1_Office Theme">
  <a:themeElements>
    <a:clrScheme name="Perforce Theme">
      <a:dk1>
        <a:srgbClr val="00003A"/>
      </a:dk1>
      <a:lt1>
        <a:srgbClr val="FFFFFF"/>
      </a:lt1>
      <a:dk2>
        <a:srgbClr val="4C00FF"/>
      </a:dk2>
      <a:lt2>
        <a:srgbClr val="F6F8FC"/>
      </a:lt2>
      <a:accent1>
        <a:srgbClr val="00CFFF"/>
      </a:accent1>
      <a:accent2>
        <a:srgbClr val="4C00FF"/>
      </a:accent2>
      <a:accent3>
        <a:srgbClr val="00003A"/>
      </a:accent3>
      <a:accent4>
        <a:srgbClr val="00FBCC"/>
      </a:accent4>
      <a:accent5>
        <a:srgbClr val="F6F8FC"/>
      </a:accent5>
      <a:accent6>
        <a:srgbClr val="000000"/>
      </a:accent6>
      <a:hlink>
        <a:srgbClr val="4C00FF"/>
      </a:hlink>
      <a:folHlink>
        <a:srgbClr val="00C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oAutofit/>
      </a:bodyPr>
      <a:lstStyle>
        <a:defPPr algn="l">
          <a:spcAft>
            <a:spcPts val="600"/>
          </a:spcAft>
          <a:defRPr dirty="0" err="1" smtClean="0">
            <a:latin typeface="Aptos" panose="020B0004020202020204" pitchFamily="34" charset="0"/>
          </a:defRPr>
        </a:defPPr>
      </a:lstStyle>
    </a:txDef>
  </a:objectDefaults>
  <a:extraClrSchemeLst/>
  <a:extLst>
    <a:ext uri="{05A4C25C-085E-4340-85A3-A5531E510DB2}">
      <thm15:themeFamily xmlns:thm15="http://schemas.microsoft.com/office/thememl/2012/main" name="Presentation3" id="{BF4D1073-189C-644A-AFB5-54BAEDA88CDA}" vid="{972A7A53-EF74-9149-ACAB-E59490DDBA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115</Words>
  <Application>Microsoft Office PowerPoint</Application>
  <PresentationFormat>Widescreen</PresentationFormat>
  <Paragraphs>29</Paragraphs>
  <Slides>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Arial</vt:lpstr>
      <vt:lpstr>Calibri</vt:lpstr>
      <vt:lpstr>Verdana</vt:lpstr>
      <vt:lpstr>1_Office Theme</vt:lpstr>
      <vt:lpstr>Microservices scalable database classifier</vt:lpstr>
      <vt:lpstr>Architecture diagram</vt:lpstr>
      <vt:lpstr>Future 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 Rodriguez</dc:creator>
  <cp:lastModifiedBy>Jose Rodriguez</cp:lastModifiedBy>
  <cp:revision>1</cp:revision>
  <dcterms:created xsi:type="dcterms:W3CDTF">2026-06-17T14:57:42Z</dcterms:created>
  <dcterms:modified xsi:type="dcterms:W3CDTF">2026-06-17T15:38:49Z</dcterms:modified>
</cp:coreProperties>
</file>